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797675" cy="9928225"/>
  <p:embeddedFontLst>
    <p:embeddedFont>
      <p:font typeface="Courgette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18">
          <p15:clr>
            <a:srgbClr val="A4A3A4"/>
          </p15:clr>
        </p15:guide>
        <p15:guide id="2" orient="horz" pos="1344">
          <p15:clr>
            <a:srgbClr val="A4A3A4"/>
          </p15:clr>
        </p15:guide>
        <p15:guide id="3" orient="horz" pos="1933">
          <p15:clr>
            <a:srgbClr val="A4A3A4"/>
          </p15:clr>
        </p15:guide>
        <p15:guide id="4" pos="158">
          <p15:clr>
            <a:srgbClr val="A4A3A4"/>
          </p15:clr>
        </p15:guide>
        <p15:guide id="5" pos="5602">
          <p15:clr>
            <a:srgbClr val="A4A3A4"/>
          </p15:clr>
        </p15:guide>
        <p15:guide id="6" pos="2880">
          <p15:clr>
            <a:srgbClr val="A4A3A4"/>
          </p15:clr>
        </p15:guide>
        <p15:guide id="7" pos="1429">
          <p15:clr>
            <a:srgbClr val="A4A3A4"/>
          </p15:clr>
        </p15:guide>
      </p15:sldGuideLst>
    </p:ext>
    <p:ext uri="{2D200454-40CA-4A62-9FC3-DE9A4176ACB9}">
      <p15:notesGuideLst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r:id="rId14" roundtripDataSignature="AMtx7mhvvLUG/LD+cQvothiRTofvYOwU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18" orient="horz"/>
        <p:guide pos="1344" orient="horz"/>
        <p:guide pos="1933" orient="horz"/>
        <p:guide pos="158"/>
        <p:guide pos="5602"/>
        <p:guide pos="2880"/>
        <p:guide pos="1429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7" orient="horz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ourgette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2945341" cy="495776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744" y="0"/>
            <a:ext cx="2945341" cy="495776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1" y="4714636"/>
            <a:ext cx="5438776" cy="446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430861"/>
            <a:ext cx="2945341" cy="495776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744" y="9430861"/>
            <a:ext cx="2945341" cy="495776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s-E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/>
        </p:nvSpPr>
        <p:spPr>
          <a:xfrm>
            <a:off x="3850744" y="9430861"/>
            <a:ext cx="2945341" cy="495776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s-E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79451" y="4714636"/>
            <a:ext cx="5438776" cy="446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79451" y="4714636"/>
            <a:ext cx="5438776" cy="446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79451" y="4714636"/>
            <a:ext cx="5438776" cy="446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79451" y="4714636"/>
            <a:ext cx="5438776" cy="446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79451" y="4714636"/>
            <a:ext cx="5438776" cy="446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4b2d234c8ed9075_0:notes"/>
          <p:cNvSpPr txBox="1"/>
          <p:nvPr>
            <p:ph idx="1" type="body"/>
          </p:nvPr>
        </p:nvSpPr>
        <p:spPr>
          <a:xfrm>
            <a:off x="679451" y="4714636"/>
            <a:ext cx="54387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24b2d234c8ed9075_0:notes"/>
          <p:cNvSpPr/>
          <p:nvPr>
            <p:ph idx="2" type="sldImg"/>
          </p:nvPr>
        </p:nvSpPr>
        <p:spPr>
          <a:xfrm>
            <a:off x="917575" y="744538"/>
            <a:ext cx="49641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79451" y="4714636"/>
            <a:ext cx="5438776" cy="446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title"/>
          </p:nvPr>
        </p:nvSpPr>
        <p:spPr>
          <a:xfrm>
            <a:off x="2411413" y="41275"/>
            <a:ext cx="6553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2411413" y="41275"/>
            <a:ext cx="6553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" type="body"/>
          </p:nvPr>
        </p:nvSpPr>
        <p:spPr>
          <a:xfrm>
            <a:off x="457200" y="1196975"/>
            <a:ext cx="8229600" cy="492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2411413" y="41275"/>
            <a:ext cx="6553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457200" y="1196975"/>
            <a:ext cx="4038600" cy="492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2" type="body"/>
          </p:nvPr>
        </p:nvSpPr>
        <p:spPr>
          <a:xfrm>
            <a:off x="4648200" y="1196975"/>
            <a:ext cx="4038600" cy="492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5" name="Google Shape;35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6" name="Google Shape;36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7" name="Google Shape;37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400"/>
              <a:buNone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type="title"/>
          </p:nvPr>
        </p:nvSpPr>
        <p:spPr>
          <a:xfrm>
            <a:off x="2411413" y="41275"/>
            <a:ext cx="6553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8"/>
          <p:cNvSpPr txBox="1"/>
          <p:nvPr>
            <p:ph idx="1" type="body"/>
          </p:nvPr>
        </p:nvSpPr>
        <p:spPr>
          <a:xfrm rot="5400000">
            <a:off x="2107406" y="-453231"/>
            <a:ext cx="492918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 rot="5400000">
            <a:off x="4854575" y="2016125"/>
            <a:ext cx="6056313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9"/>
          <p:cNvSpPr txBox="1"/>
          <p:nvPr>
            <p:ph idx="1" type="body"/>
          </p:nvPr>
        </p:nvSpPr>
        <p:spPr>
          <a:xfrm rot="5400000">
            <a:off x="448468" y="-73818"/>
            <a:ext cx="6056313" cy="634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1 objeto y 2 objetos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 txBox="1"/>
          <p:nvPr>
            <p:ph type="title"/>
          </p:nvPr>
        </p:nvSpPr>
        <p:spPr>
          <a:xfrm>
            <a:off x="2411413" y="41275"/>
            <a:ext cx="6553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0"/>
          <p:cNvSpPr txBox="1"/>
          <p:nvPr>
            <p:ph idx="1" type="body"/>
          </p:nvPr>
        </p:nvSpPr>
        <p:spPr>
          <a:xfrm>
            <a:off x="457200" y="1196975"/>
            <a:ext cx="4038600" cy="492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2" type="body"/>
          </p:nvPr>
        </p:nvSpPr>
        <p:spPr>
          <a:xfrm>
            <a:off x="4648200" y="1196975"/>
            <a:ext cx="4038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3" type="body"/>
          </p:nvPr>
        </p:nvSpPr>
        <p:spPr>
          <a:xfrm>
            <a:off x="4648200" y="3736975"/>
            <a:ext cx="4038600" cy="238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12.png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" type="body"/>
          </p:nvPr>
        </p:nvSpPr>
        <p:spPr>
          <a:xfrm>
            <a:off x="457200" y="1196975"/>
            <a:ext cx="8229600" cy="492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mancha" id="11" name="Google Shape;11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44463"/>
            <a:ext cx="1781175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IbermaticaBlanco" id="12" name="Google Shape;1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4150" y="150813"/>
            <a:ext cx="1579563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 txBox="1"/>
          <p:nvPr/>
        </p:nvSpPr>
        <p:spPr>
          <a:xfrm>
            <a:off x="8374855" y="6443018"/>
            <a:ext cx="62388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 </a:t>
            </a:r>
            <a:fld id="{00000000-1234-1234-1234-123412341234}" type="slidenum">
              <a:rPr b="0" i="0" lang="es-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72" y="647196"/>
            <a:ext cx="8103964" cy="104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ll-up-joyfe-ciclos-8x18cm-1.png" id="15" name="Google Shape;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7952" y="104134"/>
            <a:ext cx="1090464" cy="10861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kaggle.com/datasets/" TargetMode="Externa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/>
          <p:nvPr/>
        </p:nvSpPr>
        <p:spPr>
          <a:xfrm>
            <a:off x="0" y="6165631"/>
            <a:ext cx="9144000" cy="9080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0" y="0"/>
            <a:ext cx="8100392" cy="9080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ertificado-blanco" id="64" name="Google Shape;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0192" y="6245225"/>
            <a:ext cx="577850" cy="6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572" y="5112708"/>
            <a:ext cx="9147572" cy="77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528" y="199885"/>
            <a:ext cx="3168352" cy="1984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3572" y="6271444"/>
            <a:ext cx="9147572" cy="11750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"/>
          <p:cNvSpPr txBox="1"/>
          <p:nvPr/>
        </p:nvSpPr>
        <p:spPr>
          <a:xfrm>
            <a:off x="2411760" y="5871334"/>
            <a:ext cx="68459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DESARROLLO DE APLICACIONES MULTIPLATAFORMA</a:t>
            </a:r>
            <a:endParaRPr b="0" i="0" sz="2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6344" y="5888444"/>
            <a:ext cx="10477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ecimiento_03" id="70" name="Google Shape;70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61641" y="3472268"/>
            <a:ext cx="1292125" cy="100917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"/>
          <p:cNvSpPr txBox="1"/>
          <p:nvPr/>
        </p:nvSpPr>
        <p:spPr>
          <a:xfrm>
            <a:off x="2194188" y="1994752"/>
            <a:ext cx="685590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ANALISIS DE DATOS: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BUSINESS INTELLIGENCE &amp; BIG DATA &amp; IA (Inteligencia Artificial)</a:t>
            </a:r>
            <a:endParaRPr b="1" i="0" sz="2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6878042" y="4725144"/>
            <a:ext cx="1798414" cy="60086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6166F"/>
              </a:gs>
              <a:gs pos="80000">
                <a:srgbClr val="1D1D92"/>
              </a:gs>
              <a:gs pos="100000">
                <a:srgbClr val="1B1B95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2º DAM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347022" y="195321"/>
            <a:ext cx="1704698" cy="20010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" name="Google Shape;74;p1"/>
          <p:cNvGrpSpPr/>
          <p:nvPr/>
        </p:nvGrpSpPr>
        <p:grpSpPr>
          <a:xfrm>
            <a:off x="320345" y="265387"/>
            <a:ext cx="640853" cy="706644"/>
            <a:chOff x="6372225" y="4443413"/>
            <a:chExt cx="3340100" cy="3683000"/>
          </a:xfrm>
        </p:grpSpPr>
        <p:sp>
          <p:nvSpPr>
            <p:cNvPr id="75" name="Google Shape;75;p1"/>
            <p:cNvSpPr/>
            <p:nvPr/>
          </p:nvSpPr>
          <p:spPr>
            <a:xfrm>
              <a:off x="6372225" y="4443413"/>
              <a:ext cx="3340100" cy="3683000"/>
            </a:xfrm>
            <a:custGeom>
              <a:rect b="b" l="l" r="r" t="t"/>
              <a:pathLst>
                <a:path extrusionOk="0" h="2320" w="2104">
                  <a:moveTo>
                    <a:pt x="2104" y="1196"/>
                  </a:moveTo>
                  <a:lnTo>
                    <a:pt x="2104" y="1196"/>
                  </a:lnTo>
                  <a:lnTo>
                    <a:pt x="2102" y="1166"/>
                  </a:lnTo>
                  <a:lnTo>
                    <a:pt x="2096" y="1136"/>
                  </a:lnTo>
                  <a:lnTo>
                    <a:pt x="2088" y="1106"/>
                  </a:lnTo>
                  <a:lnTo>
                    <a:pt x="2076" y="1080"/>
                  </a:lnTo>
                  <a:lnTo>
                    <a:pt x="2062" y="1054"/>
                  </a:lnTo>
                  <a:lnTo>
                    <a:pt x="2044" y="1030"/>
                  </a:lnTo>
                  <a:lnTo>
                    <a:pt x="2022" y="1008"/>
                  </a:lnTo>
                  <a:lnTo>
                    <a:pt x="2000" y="988"/>
                  </a:lnTo>
                  <a:lnTo>
                    <a:pt x="2000" y="988"/>
                  </a:lnTo>
                  <a:lnTo>
                    <a:pt x="2014" y="960"/>
                  </a:lnTo>
                  <a:lnTo>
                    <a:pt x="2024" y="932"/>
                  </a:lnTo>
                  <a:lnTo>
                    <a:pt x="2030" y="902"/>
                  </a:lnTo>
                  <a:lnTo>
                    <a:pt x="2032" y="872"/>
                  </a:lnTo>
                  <a:lnTo>
                    <a:pt x="2032" y="872"/>
                  </a:lnTo>
                  <a:lnTo>
                    <a:pt x="2032" y="854"/>
                  </a:lnTo>
                  <a:lnTo>
                    <a:pt x="2028" y="836"/>
                  </a:lnTo>
                  <a:lnTo>
                    <a:pt x="2026" y="818"/>
                  </a:lnTo>
                  <a:lnTo>
                    <a:pt x="2020" y="802"/>
                  </a:lnTo>
                  <a:lnTo>
                    <a:pt x="2014" y="784"/>
                  </a:lnTo>
                  <a:lnTo>
                    <a:pt x="2006" y="768"/>
                  </a:lnTo>
                  <a:lnTo>
                    <a:pt x="1998" y="754"/>
                  </a:lnTo>
                  <a:lnTo>
                    <a:pt x="1988" y="740"/>
                  </a:lnTo>
                  <a:lnTo>
                    <a:pt x="1976" y="726"/>
                  </a:lnTo>
                  <a:lnTo>
                    <a:pt x="1964" y="712"/>
                  </a:lnTo>
                  <a:lnTo>
                    <a:pt x="1952" y="700"/>
                  </a:lnTo>
                  <a:lnTo>
                    <a:pt x="1938" y="690"/>
                  </a:lnTo>
                  <a:lnTo>
                    <a:pt x="1924" y="680"/>
                  </a:lnTo>
                  <a:lnTo>
                    <a:pt x="1908" y="672"/>
                  </a:lnTo>
                  <a:lnTo>
                    <a:pt x="1892" y="664"/>
                  </a:lnTo>
                  <a:lnTo>
                    <a:pt x="1876" y="658"/>
                  </a:lnTo>
                  <a:lnTo>
                    <a:pt x="1876" y="658"/>
                  </a:lnTo>
                  <a:lnTo>
                    <a:pt x="1880" y="640"/>
                  </a:lnTo>
                  <a:lnTo>
                    <a:pt x="1884" y="622"/>
                  </a:lnTo>
                  <a:lnTo>
                    <a:pt x="1888" y="604"/>
                  </a:lnTo>
                  <a:lnTo>
                    <a:pt x="1888" y="584"/>
                  </a:lnTo>
                  <a:lnTo>
                    <a:pt x="1888" y="584"/>
                  </a:lnTo>
                  <a:lnTo>
                    <a:pt x="1888" y="566"/>
                  </a:lnTo>
                  <a:lnTo>
                    <a:pt x="1886" y="550"/>
                  </a:lnTo>
                  <a:lnTo>
                    <a:pt x="1882" y="532"/>
                  </a:lnTo>
                  <a:lnTo>
                    <a:pt x="1878" y="516"/>
                  </a:lnTo>
                  <a:lnTo>
                    <a:pt x="1872" y="500"/>
                  </a:lnTo>
                  <a:lnTo>
                    <a:pt x="1864" y="484"/>
                  </a:lnTo>
                  <a:lnTo>
                    <a:pt x="1856" y="470"/>
                  </a:lnTo>
                  <a:lnTo>
                    <a:pt x="1848" y="456"/>
                  </a:lnTo>
                  <a:lnTo>
                    <a:pt x="1838" y="442"/>
                  </a:lnTo>
                  <a:lnTo>
                    <a:pt x="1826" y="430"/>
                  </a:lnTo>
                  <a:lnTo>
                    <a:pt x="1814" y="418"/>
                  </a:lnTo>
                  <a:lnTo>
                    <a:pt x="1802" y="408"/>
                  </a:lnTo>
                  <a:lnTo>
                    <a:pt x="1788" y="398"/>
                  </a:lnTo>
                  <a:lnTo>
                    <a:pt x="1774" y="388"/>
                  </a:lnTo>
                  <a:lnTo>
                    <a:pt x="1758" y="380"/>
                  </a:lnTo>
                  <a:lnTo>
                    <a:pt x="1742" y="374"/>
                  </a:lnTo>
                  <a:lnTo>
                    <a:pt x="1742" y="374"/>
                  </a:lnTo>
                  <a:lnTo>
                    <a:pt x="1738" y="350"/>
                  </a:lnTo>
                  <a:lnTo>
                    <a:pt x="1732" y="328"/>
                  </a:lnTo>
                  <a:lnTo>
                    <a:pt x="1724" y="304"/>
                  </a:lnTo>
                  <a:lnTo>
                    <a:pt x="1714" y="284"/>
                  </a:lnTo>
                  <a:lnTo>
                    <a:pt x="1702" y="264"/>
                  </a:lnTo>
                  <a:lnTo>
                    <a:pt x="1690" y="244"/>
                  </a:lnTo>
                  <a:lnTo>
                    <a:pt x="1674" y="226"/>
                  </a:lnTo>
                  <a:lnTo>
                    <a:pt x="1658" y="210"/>
                  </a:lnTo>
                  <a:lnTo>
                    <a:pt x="1640" y="196"/>
                  </a:lnTo>
                  <a:lnTo>
                    <a:pt x="1620" y="182"/>
                  </a:lnTo>
                  <a:lnTo>
                    <a:pt x="1600" y="172"/>
                  </a:lnTo>
                  <a:lnTo>
                    <a:pt x="1578" y="162"/>
                  </a:lnTo>
                  <a:lnTo>
                    <a:pt x="1556" y="154"/>
                  </a:lnTo>
                  <a:lnTo>
                    <a:pt x="1532" y="148"/>
                  </a:lnTo>
                  <a:lnTo>
                    <a:pt x="1508" y="146"/>
                  </a:lnTo>
                  <a:lnTo>
                    <a:pt x="1484" y="144"/>
                  </a:lnTo>
                  <a:lnTo>
                    <a:pt x="1484" y="144"/>
                  </a:lnTo>
                  <a:lnTo>
                    <a:pt x="1464" y="144"/>
                  </a:lnTo>
                  <a:lnTo>
                    <a:pt x="1442" y="148"/>
                  </a:lnTo>
                  <a:lnTo>
                    <a:pt x="1442" y="148"/>
                  </a:lnTo>
                  <a:lnTo>
                    <a:pt x="1436" y="132"/>
                  </a:lnTo>
                  <a:lnTo>
                    <a:pt x="1428" y="116"/>
                  </a:lnTo>
                  <a:lnTo>
                    <a:pt x="1420" y="102"/>
                  </a:lnTo>
                  <a:lnTo>
                    <a:pt x="1410" y="88"/>
                  </a:lnTo>
                  <a:lnTo>
                    <a:pt x="1398" y="74"/>
                  </a:lnTo>
                  <a:lnTo>
                    <a:pt x="1386" y="62"/>
                  </a:lnTo>
                  <a:lnTo>
                    <a:pt x="1374" y="50"/>
                  </a:lnTo>
                  <a:lnTo>
                    <a:pt x="1360" y="40"/>
                  </a:lnTo>
                  <a:lnTo>
                    <a:pt x="1346" y="32"/>
                  </a:lnTo>
                  <a:lnTo>
                    <a:pt x="1332" y="24"/>
                  </a:lnTo>
                  <a:lnTo>
                    <a:pt x="1316" y="16"/>
                  </a:lnTo>
                  <a:lnTo>
                    <a:pt x="1300" y="10"/>
                  </a:lnTo>
                  <a:lnTo>
                    <a:pt x="1284" y="6"/>
                  </a:lnTo>
                  <a:lnTo>
                    <a:pt x="1266" y="2"/>
                  </a:lnTo>
                  <a:lnTo>
                    <a:pt x="1250" y="0"/>
                  </a:lnTo>
                  <a:lnTo>
                    <a:pt x="1232" y="0"/>
                  </a:lnTo>
                  <a:lnTo>
                    <a:pt x="1232" y="0"/>
                  </a:lnTo>
                  <a:lnTo>
                    <a:pt x="1204" y="2"/>
                  </a:lnTo>
                  <a:lnTo>
                    <a:pt x="1178" y="6"/>
                  </a:lnTo>
                  <a:lnTo>
                    <a:pt x="1154" y="14"/>
                  </a:lnTo>
                  <a:lnTo>
                    <a:pt x="1130" y="24"/>
                  </a:lnTo>
                  <a:lnTo>
                    <a:pt x="1108" y="38"/>
                  </a:lnTo>
                  <a:lnTo>
                    <a:pt x="1088" y="54"/>
                  </a:lnTo>
                  <a:lnTo>
                    <a:pt x="1068" y="72"/>
                  </a:lnTo>
                  <a:lnTo>
                    <a:pt x="1052" y="90"/>
                  </a:lnTo>
                  <a:lnTo>
                    <a:pt x="1052" y="90"/>
                  </a:lnTo>
                  <a:lnTo>
                    <a:pt x="1036" y="72"/>
                  </a:lnTo>
                  <a:lnTo>
                    <a:pt x="1016" y="54"/>
                  </a:lnTo>
                  <a:lnTo>
                    <a:pt x="996" y="38"/>
                  </a:lnTo>
                  <a:lnTo>
                    <a:pt x="974" y="24"/>
                  </a:lnTo>
                  <a:lnTo>
                    <a:pt x="950" y="14"/>
                  </a:lnTo>
                  <a:lnTo>
                    <a:pt x="926" y="6"/>
                  </a:lnTo>
                  <a:lnTo>
                    <a:pt x="900" y="2"/>
                  </a:lnTo>
                  <a:lnTo>
                    <a:pt x="872" y="0"/>
                  </a:lnTo>
                  <a:lnTo>
                    <a:pt x="872" y="0"/>
                  </a:lnTo>
                  <a:lnTo>
                    <a:pt x="854" y="0"/>
                  </a:lnTo>
                  <a:lnTo>
                    <a:pt x="836" y="2"/>
                  </a:lnTo>
                  <a:lnTo>
                    <a:pt x="820" y="6"/>
                  </a:lnTo>
                  <a:lnTo>
                    <a:pt x="804" y="10"/>
                  </a:lnTo>
                  <a:lnTo>
                    <a:pt x="788" y="16"/>
                  </a:lnTo>
                  <a:lnTo>
                    <a:pt x="772" y="24"/>
                  </a:lnTo>
                  <a:lnTo>
                    <a:pt x="758" y="32"/>
                  </a:lnTo>
                  <a:lnTo>
                    <a:pt x="744" y="40"/>
                  </a:lnTo>
                  <a:lnTo>
                    <a:pt x="730" y="50"/>
                  </a:lnTo>
                  <a:lnTo>
                    <a:pt x="718" y="62"/>
                  </a:lnTo>
                  <a:lnTo>
                    <a:pt x="706" y="74"/>
                  </a:lnTo>
                  <a:lnTo>
                    <a:pt x="694" y="88"/>
                  </a:lnTo>
                  <a:lnTo>
                    <a:pt x="684" y="102"/>
                  </a:lnTo>
                  <a:lnTo>
                    <a:pt x="676" y="116"/>
                  </a:lnTo>
                  <a:lnTo>
                    <a:pt x="668" y="132"/>
                  </a:lnTo>
                  <a:lnTo>
                    <a:pt x="662" y="148"/>
                  </a:lnTo>
                  <a:lnTo>
                    <a:pt x="662" y="148"/>
                  </a:lnTo>
                  <a:lnTo>
                    <a:pt x="640" y="144"/>
                  </a:lnTo>
                  <a:lnTo>
                    <a:pt x="620" y="144"/>
                  </a:lnTo>
                  <a:lnTo>
                    <a:pt x="620" y="144"/>
                  </a:lnTo>
                  <a:lnTo>
                    <a:pt x="596" y="146"/>
                  </a:lnTo>
                  <a:lnTo>
                    <a:pt x="572" y="148"/>
                  </a:lnTo>
                  <a:lnTo>
                    <a:pt x="548" y="154"/>
                  </a:lnTo>
                  <a:lnTo>
                    <a:pt x="526" y="162"/>
                  </a:lnTo>
                  <a:lnTo>
                    <a:pt x="504" y="172"/>
                  </a:lnTo>
                  <a:lnTo>
                    <a:pt x="484" y="182"/>
                  </a:lnTo>
                  <a:lnTo>
                    <a:pt x="464" y="196"/>
                  </a:lnTo>
                  <a:lnTo>
                    <a:pt x="446" y="210"/>
                  </a:lnTo>
                  <a:lnTo>
                    <a:pt x="430" y="226"/>
                  </a:lnTo>
                  <a:lnTo>
                    <a:pt x="414" y="244"/>
                  </a:lnTo>
                  <a:lnTo>
                    <a:pt x="402" y="264"/>
                  </a:lnTo>
                  <a:lnTo>
                    <a:pt x="390" y="284"/>
                  </a:lnTo>
                  <a:lnTo>
                    <a:pt x="380" y="304"/>
                  </a:lnTo>
                  <a:lnTo>
                    <a:pt x="372" y="328"/>
                  </a:lnTo>
                  <a:lnTo>
                    <a:pt x="366" y="350"/>
                  </a:lnTo>
                  <a:lnTo>
                    <a:pt x="362" y="374"/>
                  </a:lnTo>
                  <a:lnTo>
                    <a:pt x="362" y="374"/>
                  </a:lnTo>
                  <a:lnTo>
                    <a:pt x="346" y="380"/>
                  </a:lnTo>
                  <a:lnTo>
                    <a:pt x="330" y="388"/>
                  </a:lnTo>
                  <a:lnTo>
                    <a:pt x="316" y="398"/>
                  </a:lnTo>
                  <a:lnTo>
                    <a:pt x="302" y="408"/>
                  </a:lnTo>
                  <a:lnTo>
                    <a:pt x="290" y="418"/>
                  </a:lnTo>
                  <a:lnTo>
                    <a:pt x="278" y="430"/>
                  </a:lnTo>
                  <a:lnTo>
                    <a:pt x="266" y="442"/>
                  </a:lnTo>
                  <a:lnTo>
                    <a:pt x="256" y="456"/>
                  </a:lnTo>
                  <a:lnTo>
                    <a:pt x="248" y="470"/>
                  </a:lnTo>
                  <a:lnTo>
                    <a:pt x="240" y="484"/>
                  </a:lnTo>
                  <a:lnTo>
                    <a:pt x="232" y="500"/>
                  </a:lnTo>
                  <a:lnTo>
                    <a:pt x="226" y="516"/>
                  </a:lnTo>
                  <a:lnTo>
                    <a:pt x="222" y="532"/>
                  </a:lnTo>
                  <a:lnTo>
                    <a:pt x="218" y="550"/>
                  </a:lnTo>
                  <a:lnTo>
                    <a:pt x="216" y="566"/>
                  </a:lnTo>
                  <a:lnTo>
                    <a:pt x="216" y="584"/>
                  </a:lnTo>
                  <a:lnTo>
                    <a:pt x="216" y="584"/>
                  </a:lnTo>
                  <a:lnTo>
                    <a:pt x="216" y="602"/>
                  </a:lnTo>
                  <a:lnTo>
                    <a:pt x="220" y="622"/>
                  </a:lnTo>
                  <a:lnTo>
                    <a:pt x="224" y="640"/>
                  </a:lnTo>
                  <a:lnTo>
                    <a:pt x="228" y="658"/>
                  </a:lnTo>
                  <a:lnTo>
                    <a:pt x="228" y="658"/>
                  </a:lnTo>
                  <a:lnTo>
                    <a:pt x="212" y="664"/>
                  </a:lnTo>
                  <a:lnTo>
                    <a:pt x="196" y="672"/>
                  </a:lnTo>
                  <a:lnTo>
                    <a:pt x="180" y="680"/>
                  </a:lnTo>
                  <a:lnTo>
                    <a:pt x="166" y="690"/>
                  </a:lnTo>
                  <a:lnTo>
                    <a:pt x="152" y="700"/>
                  </a:lnTo>
                  <a:lnTo>
                    <a:pt x="138" y="712"/>
                  </a:lnTo>
                  <a:lnTo>
                    <a:pt x="126" y="724"/>
                  </a:lnTo>
                  <a:lnTo>
                    <a:pt x="116" y="738"/>
                  </a:lnTo>
                  <a:lnTo>
                    <a:pt x="106" y="752"/>
                  </a:lnTo>
                  <a:lnTo>
                    <a:pt x="98" y="768"/>
                  </a:lnTo>
                  <a:lnTo>
                    <a:pt x="90" y="784"/>
                  </a:lnTo>
                  <a:lnTo>
                    <a:pt x="84" y="800"/>
                  </a:lnTo>
                  <a:lnTo>
                    <a:pt x="78" y="818"/>
                  </a:lnTo>
                  <a:lnTo>
                    <a:pt x="74" y="836"/>
                  </a:lnTo>
                  <a:lnTo>
                    <a:pt x="72" y="854"/>
                  </a:lnTo>
                  <a:lnTo>
                    <a:pt x="72" y="872"/>
                  </a:lnTo>
                  <a:lnTo>
                    <a:pt x="72" y="872"/>
                  </a:lnTo>
                  <a:lnTo>
                    <a:pt x="74" y="902"/>
                  </a:lnTo>
                  <a:lnTo>
                    <a:pt x="80" y="932"/>
                  </a:lnTo>
                  <a:lnTo>
                    <a:pt x="90" y="960"/>
                  </a:lnTo>
                  <a:lnTo>
                    <a:pt x="104" y="988"/>
                  </a:lnTo>
                  <a:lnTo>
                    <a:pt x="104" y="988"/>
                  </a:lnTo>
                  <a:lnTo>
                    <a:pt x="82" y="1008"/>
                  </a:lnTo>
                  <a:lnTo>
                    <a:pt x="60" y="1030"/>
                  </a:lnTo>
                  <a:lnTo>
                    <a:pt x="42" y="1054"/>
                  </a:lnTo>
                  <a:lnTo>
                    <a:pt x="28" y="1080"/>
                  </a:lnTo>
                  <a:lnTo>
                    <a:pt x="16" y="1108"/>
                  </a:lnTo>
                  <a:lnTo>
                    <a:pt x="8" y="1136"/>
                  </a:lnTo>
                  <a:lnTo>
                    <a:pt x="2" y="1166"/>
                  </a:lnTo>
                  <a:lnTo>
                    <a:pt x="0" y="1196"/>
                  </a:lnTo>
                  <a:lnTo>
                    <a:pt x="0" y="1196"/>
                  </a:lnTo>
                  <a:lnTo>
                    <a:pt x="2" y="1222"/>
                  </a:lnTo>
                  <a:lnTo>
                    <a:pt x="4" y="1246"/>
                  </a:lnTo>
                  <a:lnTo>
                    <a:pt x="10" y="1270"/>
                  </a:lnTo>
                  <a:lnTo>
                    <a:pt x="18" y="1294"/>
                  </a:lnTo>
                  <a:lnTo>
                    <a:pt x="30" y="1316"/>
                  </a:lnTo>
                  <a:lnTo>
                    <a:pt x="42" y="1338"/>
                  </a:lnTo>
                  <a:lnTo>
                    <a:pt x="56" y="1358"/>
                  </a:lnTo>
                  <a:lnTo>
                    <a:pt x="72" y="1376"/>
                  </a:lnTo>
                  <a:lnTo>
                    <a:pt x="72" y="1376"/>
                  </a:lnTo>
                  <a:lnTo>
                    <a:pt x="56" y="1394"/>
                  </a:lnTo>
                  <a:lnTo>
                    <a:pt x="42" y="1414"/>
                  </a:lnTo>
                  <a:lnTo>
                    <a:pt x="30" y="1436"/>
                  </a:lnTo>
                  <a:lnTo>
                    <a:pt x="18" y="1458"/>
                  </a:lnTo>
                  <a:lnTo>
                    <a:pt x="10" y="1482"/>
                  </a:lnTo>
                  <a:lnTo>
                    <a:pt x="4" y="1506"/>
                  </a:lnTo>
                  <a:lnTo>
                    <a:pt x="2" y="1530"/>
                  </a:lnTo>
                  <a:lnTo>
                    <a:pt x="0" y="1556"/>
                  </a:lnTo>
                  <a:lnTo>
                    <a:pt x="0" y="1556"/>
                  </a:lnTo>
                  <a:lnTo>
                    <a:pt x="2" y="1580"/>
                  </a:lnTo>
                  <a:lnTo>
                    <a:pt x="4" y="1604"/>
                  </a:lnTo>
                  <a:lnTo>
                    <a:pt x="10" y="1628"/>
                  </a:lnTo>
                  <a:lnTo>
                    <a:pt x="18" y="1650"/>
                  </a:lnTo>
                  <a:lnTo>
                    <a:pt x="26" y="1670"/>
                  </a:lnTo>
                  <a:lnTo>
                    <a:pt x="38" y="1692"/>
                  </a:lnTo>
                  <a:lnTo>
                    <a:pt x="50" y="1710"/>
                  </a:lnTo>
                  <a:lnTo>
                    <a:pt x="66" y="1728"/>
                  </a:lnTo>
                  <a:lnTo>
                    <a:pt x="82" y="1744"/>
                  </a:lnTo>
                  <a:lnTo>
                    <a:pt x="98" y="1760"/>
                  </a:lnTo>
                  <a:lnTo>
                    <a:pt x="118" y="1774"/>
                  </a:lnTo>
                  <a:lnTo>
                    <a:pt x="136" y="1784"/>
                  </a:lnTo>
                  <a:lnTo>
                    <a:pt x="158" y="1796"/>
                  </a:lnTo>
                  <a:lnTo>
                    <a:pt x="180" y="1804"/>
                  </a:lnTo>
                  <a:lnTo>
                    <a:pt x="202" y="1810"/>
                  </a:lnTo>
                  <a:lnTo>
                    <a:pt x="226" y="1814"/>
                  </a:lnTo>
                  <a:lnTo>
                    <a:pt x="226" y="1814"/>
                  </a:lnTo>
                  <a:lnTo>
                    <a:pt x="222" y="1832"/>
                  </a:lnTo>
                  <a:lnTo>
                    <a:pt x="218" y="1852"/>
                  </a:lnTo>
                  <a:lnTo>
                    <a:pt x="216" y="1872"/>
                  </a:lnTo>
                  <a:lnTo>
                    <a:pt x="216" y="1892"/>
                  </a:lnTo>
                  <a:lnTo>
                    <a:pt x="216" y="1892"/>
                  </a:lnTo>
                  <a:lnTo>
                    <a:pt x="218" y="1912"/>
                  </a:lnTo>
                  <a:lnTo>
                    <a:pt x="222" y="1932"/>
                  </a:lnTo>
                  <a:lnTo>
                    <a:pt x="228" y="1952"/>
                  </a:lnTo>
                  <a:lnTo>
                    <a:pt x="236" y="1970"/>
                  </a:lnTo>
                  <a:lnTo>
                    <a:pt x="244" y="1988"/>
                  </a:lnTo>
                  <a:lnTo>
                    <a:pt x="256" y="2006"/>
                  </a:lnTo>
                  <a:lnTo>
                    <a:pt x="268" y="2022"/>
                  </a:lnTo>
                  <a:lnTo>
                    <a:pt x="282" y="2038"/>
                  </a:lnTo>
                  <a:lnTo>
                    <a:pt x="296" y="2050"/>
                  </a:lnTo>
                  <a:lnTo>
                    <a:pt x="312" y="2064"/>
                  </a:lnTo>
                  <a:lnTo>
                    <a:pt x="328" y="2074"/>
                  </a:lnTo>
                  <a:lnTo>
                    <a:pt x="346" y="2084"/>
                  </a:lnTo>
                  <a:lnTo>
                    <a:pt x="366" y="2092"/>
                  </a:lnTo>
                  <a:lnTo>
                    <a:pt x="386" y="2098"/>
                  </a:lnTo>
                  <a:lnTo>
                    <a:pt x="406" y="2102"/>
                  </a:lnTo>
                  <a:lnTo>
                    <a:pt x="426" y="2104"/>
                  </a:lnTo>
                  <a:lnTo>
                    <a:pt x="426" y="2104"/>
                  </a:lnTo>
                  <a:lnTo>
                    <a:pt x="448" y="2104"/>
                  </a:lnTo>
                  <a:lnTo>
                    <a:pt x="470" y="2102"/>
                  </a:lnTo>
                  <a:lnTo>
                    <a:pt x="492" y="2098"/>
                  </a:lnTo>
                  <a:lnTo>
                    <a:pt x="512" y="2092"/>
                  </a:lnTo>
                  <a:lnTo>
                    <a:pt x="512" y="2092"/>
                  </a:lnTo>
                  <a:lnTo>
                    <a:pt x="518" y="2116"/>
                  </a:lnTo>
                  <a:lnTo>
                    <a:pt x="528" y="2140"/>
                  </a:lnTo>
                  <a:lnTo>
                    <a:pt x="538" y="2162"/>
                  </a:lnTo>
                  <a:lnTo>
                    <a:pt x="550" y="2182"/>
                  </a:lnTo>
                  <a:lnTo>
                    <a:pt x="564" y="2202"/>
                  </a:lnTo>
                  <a:lnTo>
                    <a:pt x="580" y="2222"/>
                  </a:lnTo>
                  <a:lnTo>
                    <a:pt x="598" y="2240"/>
                  </a:lnTo>
                  <a:lnTo>
                    <a:pt x="616" y="2256"/>
                  </a:lnTo>
                  <a:lnTo>
                    <a:pt x="636" y="2270"/>
                  </a:lnTo>
                  <a:lnTo>
                    <a:pt x="656" y="2282"/>
                  </a:lnTo>
                  <a:lnTo>
                    <a:pt x="678" y="2294"/>
                  </a:lnTo>
                  <a:lnTo>
                    <a:pt x="702" y="2302"/>
                  </a:lnTo>
                  <a:lnTo>
                    <a:pt x="724" y="2310"/>
                  </a:lnTo>
                  <a:lnTo>
                    <a:pt x="750" y="2316"/>
                  </a:lnTo>
                  <a:lnTo>
                    <a:pt x="774" y="2318"/>
                  </a:lnTo>
                  <a:lnTo>
                    <a:pt x="800" y="2320"/>
                  </a:lnTo>
                  <a:lnTo>
                    <a:pt x="800" y="2320"/>
                  </a:lnTo>
                  <a:lnTo>
                    <a:pt x="820" y="2320"/>
                  </a:lnTo>
                  <a:lnTo>
                    <a:pt x="840" y="2318"/>
                  </a:lnTo>
                  <a:lnTo>
                    <a:pt x="858" y="2314"/>
                  </a:lnTo>
                  <a:lnTo>
                    <a:pt x="876" y="2310"/>
                  </a:lnTo>
                  <a:lnTo>
                    <a:pt x="896" y="2304"/>
                  </a:lnTo>
                  <a:lnTo>
                    <a:pt x="912" y="2298"/>
                  </a:lnTo>
                  <a:lnTo>
                    <a:pt x="946" y="2282"/>
                  </a:lnTo>
                  <a:lnTo>
                    <a:pt x="978" y="2260"/>
                  </a:lnTo>
                  <a:lnTo>
                    <a:pt x="1006" y="2236"/>
                  </a:lnTo>
                  <a:lnTo>
                    <a:pt x="1030" y="2210"/>
                  </a:lnTo>
                  <a:lnTo>
                    <a:pt x="1052" y="2180"/>
                  </a:lnTo>
                  <a:lnTo>
                    <a:pt x="1052" y="2180"/>
                  </a:lnTo>
                  <a:lnTo>
                    <a:pt x="1074" y="2210"/>
                  </a:lnTo>
                  <a:lnTo>
                    <a:pt x="1098" y="2236"/>
                  </a:lnTo>
                  <a:lnTo>
                    <a:pt x="1126" y="2260"/>
                  </a:lnTo>
                  <a:lnTo>
                    <a:pt x="1158" y="2282"/>
                  </a:lnTo>
                  <a:lnTo>
                    <a:pt x="1192" y="2298"/>
                  </a:lnTo>
                  <a:lnTo>
                    <a:pt x="1208" y="2304"/>
                  </a:lnTo>
                  <a:lnTo>
                    <a:pt x="1228" y="2310"/>
                  </a:lnTo>
                  <a:lnTo>
                    <a:pt x="1246" y="2314"/>
                  </a:lnTo>
                  <a:lnTo>
                    <a:pt x="1264" y="2318"/>
                  </a:lnTo>
                  <a:lnTo>
                    <a:pt x="1284" y="2320"/>
                  </a:lnTo>
                  <a:lnTo>
                    <a:pt x="1304" y="2320"/>
                  </a:lnTo>
                  <a:lnTo>
                    <a:pt x="1304" y="2320"/>
                  </a:lnTo>
                  <a:lnTo>
                    <a:pt x="1330" y="2318"/>
                  </a:lnTo>
                  <a:lnTo>
                    <a:pt x="1356" y="2316"/>
                  </a:lnTo>
                  <a:lnTo>
                    <a:pt x="1380" y="2310"/>
                  </a:lnTo>
                  <a:lnTo>
                    <a:pt x="1404" y="2304"/>
                  </a:lnTo>
                  <a:lnTo>
                    <a:pt x="1426" y="2294"/>
                  </a:lnTo>
                  <a:lnTo>
                    <a:pt x="1448" y="2282"/>
                  </a:lnTo>
                  <a:lnTo>
                    <a:pt x="1470" y="2270"/>
                  </a:lnTo>
                  <a:lnTo>
                    <a:pt x="1488" y="2256"/>
                  </a:lnTo>
                  <a:lnTo>
                    <a:pt x="1508" y="2240"/>
                  </a:lnTo>
                  <a:lnTo>
                    <a:pt x="1524" y="2222"/>
                  </a:lnTo>
                  <a:lnTo>
                    <a:pt x="1540" y="2204"/>
                  </a:lnTo>
                  <a:lnTo>
                    <a:pt x="1554" y="2184"/>
                  </a:lnTo>
                  <a:lnTo>
                    <a:pt x="1566" y="2162"/>
                  </a:lnTo>
                  <a:lnTo>
                    <a:pt x="1576" y="2140"/>
                  </a:lnTo>
                  <a:lnTo>
                    <a:pt x="1586" y="2116"/>
                  </a:lnTo>
                  <a:lnTo>
                    <a:pt x="1592" y="2092"/>
                  </a:lnTo>
                  <a:lnTo>
                    <a:pt x="1592" y="2092"/>
                  </a:lnTo>
                  <a:lnTo>
                    <a:pt x="1612" y="2098"/>
                  </a:lnTo>
                  <a:lnTo>
                    <a:pt x="1634" y="2102"/>
                  </a:lnTo>
                  <a:lnTo>
                    <a:pt x="1656" y="2104"/>
                  </a:lnTo>
                  <a:lnTo>
                    <a:pt x="1678" y="2104"/>
                  </a:lnTo>
                  <a:lnTo>
                    <a:pt x="1678" y="2104"/>
                  </a:lnTo>
                  <a:lnTo>
                    <a:pt x="1698" y="2102"/>
                  </a:lnTo>
                  <a:lnTo>
                    <a:pt x="1718" y="2098"/>
                  </a:lnTo>
                  <a:lnTo>
                    <a:pt x="1738" y="2092"/>
                  </a:lnTo>
                  <a:lnTo>
                    <a:pt x="1758" y="2084"/>
                  </a:lnTo>
                  <a:lnTo>
                    <a:pt x="1776" y="2074"/>
                  </a:lnTo>
                  <a:lnTo>
                    <a:pt x="1792" y="2064"/>
                  </a:lnTo>
                  <a:lnTo>
                    <a:pt x="1808" y="2050"/>
                  </a:lnTo>
                  <a:lnTo>
                    <a:pt x="1822" y="2038"/>
                  </a:lnTo>
                  <a:lnTo>
                    <a:pt x="1836" y="2022"/>
                  </a:lnTo>
                  <a:lnTo>
                    <a:pt x="1848" y="2006"/>
                  </a:lnTo>
                  <a:lnTo>
                    <a:pt x="1860" y="1988"/>
                  </a:lnTo>
                  <a:lnTo>
                    <a:pt x="1868" y="1970"/>
                  </a:lnTo>
                  <a:lnTo>
                    <a:pt x="1876" y="1952"/>
                  </a:lnTo>
                  <a:lnTo>
                    <a:pt x="1882" y="1932"/>
                  </a:lnTo>
                  <a:lnTo>
                    <a:pt x="1886" y="1912"/>
                  </a:lnTo>
                  <a:lnTo>
                    <a:pt x="1888" y="1892"/>
                  </a:lnTo>
                  <a:lnTo>
                    <a:pt x="1888" y="1892"/>
                  </a:lnTo>
                  <a:lnTo>
                    <a:pt x="1888" y="1872"/>
                  </a:lnTo>
                  <a:lnTo>
                    <a:pt x="1886" y="1852"/>
                  </a:lnTo>
                  <a:lnTo>
                    <a:pt x="1882" y="1832"/>
                  </a:lnTo>
                  <a:lnTo>
                    <a:pt x="1878" y="1814"/>
                  </a:lnTo>
                  <a:lnTo>
                    <a:pt x="1878" y="1814"/>
                  </a:lnTo>
                  <a:lnTo>
                    <a:pt x="1902" y="1810"/>
                  </a:lnTo>
                  <a:lnTo>
                    <a:pt x="1924" y="1804"/>
                  </a:lnTo>
                  <a:lnTo>
                    <a:pt x="1946" y="1796"/>
                  </a:lnTo>
                  <a:lnTo>
                    <a:pt x="1968" y="1784"/>
                  </a:lnTo>
                  <a:lnTo>
                    <a:pt x="1986" y="1774"/>
                  </a:lnTo>
                  <a:lnTo>
                    <a:pt x="2006" y="1760"/>
                  </a:lnTo>
                  <a:lnTo>
                    <a:pt x="2022" y="1744"/>
                  </a:lnTo>
                  <a:lnTo>
                    <a:pt x="2038" y="1728"/>
                  </a:lnTo>
                  <a:lnTo>
                    <a:pt x="2054" y="1710"/>
                  </a:lnTo>
                  <a:lnTo>
                    <a:pt x="2066" y="1692"/>
                  </a:lnTo>
                  <a:lnTo>
                    <a:pt x="2078" y="1670"/>
                  </a:lnTo>
                  <a:lnTo>
                    <a:pt x="2086" y="1650"/>
                  </a:lnTo>
                  <a:lnTo>
                    <a:pt x="2094" y="1628"/>
                  </a:lnTo>
                  <a:lnTo>
                    <a:pt x="2100" y="1604"/>
                  </a:lnTo>
                  <a:lnTo>
                    <a:pt x="2102" y="1580"/>
                  </a:lnTo>
                  <a:lnTo>
                    <a:pt x="2104" y="1556"/>
                  </a:lnTo>
                  <a:lnTo>
                    <a:pt x="2104" y="1556"/>
                  </a:lnTo>
                  <a:lnTo>
                    <a:pt x="2102" y="1530"/>
                  </a:lnTo>
                  <a:lnTo>
                    <a:pt x="2100" y="1506"/>
                  </a:lnTo>
                  <a:lnTo>
                    <a:pt x="2094" y="1482"/>
                  </a:lnTo>
                  <a:lnTo>
                    <a:pt x="2086" y="1458"/>
                  </a:lnTo>
                  <a:lnTo>
                    <a:pt x="2074" y="1436"/>
                  </a:lnTo>
                  <a:lnTo>
                    <a:pt x="2062" y="1414"/>
                  </a:lnTo>
                  <a:lnTo>
                    <a:pt x="2048" y="1394"/>
                  </a:lnTo>
                  <a:lnTo>
                    <a:pt x="2032" y="1376"/>
                  </a:lnTo>
                  <a:lnTo>
                    <a:pt x="2032" y="1376"/>
                  </a:lnTo>
                  <a:lnTo>
                    <a:pt x="2048" y="1358"/>
                  </a:lnTo>
                  <a:lnTo>
                    <a:pt x="2062" y="1338"/>
                  </a:lnTo>
                  <a:lnTo>
                    <a:pt x="2074" y="1316"/>
                  </a:lnTo>
                  <a:lnTo>
                    <a:pt x="2086" y="1294"/>
                  </a:lnTo>
                  <a:lnTo>
                    <a:pt x="2094" y="1270"/>
                  </a:lnTo>
                  <a:lnTo>
                    <a:pt x="2100" y="1246"/>
                  </a:lnTo>
                  <a:lnTo>
                    <a:pt x="2102" y="1222"/>
                  </a:lnTo>
                  <a:lnTo>
                    <a:pt x="2104" y="1196"/>
                  </a:lnTo>
                  <a:lnTo>
                    <a:pt x="2104" y="1196"/>
                  </a:lnTo>
                  <a:close/>
                  <a:moveTo>
                    <a:pt x="1948" y="1420"/>
                  </a:moveTo>
                  <a:lnTo>
                    <a:pt x="1948" y="1420"/>
                  </a:lnTo>
                  <a:lnTo>
                    <a:pt x="1964" y="1432"/>
                  </a:lnTo>
                  <a:lnTo>
                    <a:pt x="1976" y="1446"/>
                  </a:lnTo>
                  <a:lnTo>
                    <a:pt x="1988" y="1462"/>
                  </a:lnTo>
                  <a:lnTo>
                    <a:pt x="1998" y="1480"/>
                  </a:lnTo>
                  <a:lnTo>
                    <a:pt x="2006" y="1498"/>
                  </a:lnTo>
                  <a:lnTo>
                    <a:pt x="2012" y="1516"/>
                  </a:lnTo>
                  <a:lnTo>
                    <a:pt x="2014" y="1536"/>
                  </a:lnTo>
                  <a:lnTo>
                    <a:pt x="2016" y="1556"/>
                  </a:lnTo>
                  <a:lnTo>
                    <a:pt x="2016" y="1556"/>
                  </a:lnTo>
                  <a:lnTo>
                    <a:pt x="2016" y="1574"/>
                  </a:lnTo>
                  <a:lnTo>
                    <a:pt x="2012" y="1590"/>
                  </a:lnTo>
                  <a:lnTo>
                    <a:pt x="2008" y="1608"/>
                  </a:lnTo>
                  <a:lnTo>
                    <a:pt x="2002" y="1622"/>
                  </a:lnTo>
                  <a:lnTo>
                    <a:pt x="1996" y="1638"/>
                  </a:lnTo>
                  <a:lnTo>
                    <a:pt x="1986" y="1652"/>
                  </a:lnTo>
                  <a:lnTo>
                    <a:pt x="1976" y="1666"/>
                  </a:lnTo>
                  <a:lnTo>
                    <a:pt x="1966" y="1678"/>
                  </a:lnTo>
                  <a:lnTo>
                    <a:pt x="1954" y="1688"/>
                  </a:lnTo>
                  <a:lnTo>
                    <a:pt x="1940" y="1698"/>
                  </a:lnTo>
                  <a:lnTo>
                    <a:pt x="1926" y="1708"/>
                  </a:lnTo>
                  <a:lnTo>
                    <a:pt x="1910" y="1714"/>
                  </a:lnTo>
                  <a:lnTo>
                    <a:pt x="1896" y="1720"/>
                  </a:lnTo>
                  <a:lnTo>
                    <a:pt x="1878" y="1724"/>
                  </a:lnTo>
                  <a:lnTo>
                    <a:pt x="1862" y="1728"/>
                  </a:lnTo>
                  <a:lnTo>
                    <a:pt x="1844" y="1728"/>
                  </a:lnTo>
                  <a:lnTo>
                    <a:pt x="1844" y="1728"/>
                  </a:lnTo>
                  <a:lnTo>
                    <a:pt x="1832" y="1728"/>
                  </a:lnTo>
                  <a:lnTo>
                    <a:pt x="1832" y="1728"/>
                  </a:lnTo>
                  <a:lnTo>
                    <a:pt x="1818" y="1728"/>
                  </a:lnTo>
                  <a:lnTo>
                    <a:pt x="1806" y="1732"/>
                  </a:lnTo>
                  <a:lnTo>
                    <a:pt x="1794" y="1738"/>
                  </a:lnTo>
                  <a:lnTo>
                    <a:pt x="1784" y="1748"/>
                  </a:lnTo>
                  <a:lnTo>
                    <a:pt x="1784" y="1748"/>
                  </a:lnTo>
                  <a:lnTo>
                    <a:pt x="1780" y="1754"/>
                  </a:lnTo>
                  <a:lnTo>
                    <a:pt x="1776" y="1762"/>
                  </a:lnTo>
                  <a:lnTo>
                    <a:pt x="1774" y="1770"/>
                  </a:lnTo>
                  <a:lnTo>
                    <a:pt x="1772" y="1778"/>
                  </a:lnTo>
                  <a:lnTo>
                    <a:pt x="1772" y="1786"/>
                  </a:lnTo>
                  <a:lnTo>
                    <a:pt x="1774" y="1794"/>
                  </a:lnTo>
                  <a:lnTo>
                    <a:pt x="1776" y="1802"/>
                  </a:lnTo>
                  <a:lnTo>
                    <a:pt x="1780" y="1810"/>
                  </a:lnTo>
                  <a:lnTo>
                    <a:pt x="1780" y="1810"/>
                  </a:lnTo>
                  <a:lnTo>
                    <a:pt x="1790" y="1828"/>
                  </a:lnTo>
                  <a:lnTo>
                    <a:pt x="1796" y="1846"/>
                  </a:lnTo>
                  <a:lnTo>
                    <a:pt x="1800" y="1866"/>
                  </a:lnTo>
                  <a:lnTo>
                    <a:pt x="1800" y="1888"/>
                  </a:lnTo>
                  <a:lnTo>
                    <a:pt x="1800" y="1888"/>
                  </a:lnTo>
                  <a:lnTo>
                    <a:pt x="1798" y="1900"/>
                  </a:lnTo>
                  <a:lnTo>
                    <a:pt x="1796" y="1912"/>
                  </a:lnTo>
                  <a:lnTo>
                    <a:pt x="1788" y="1936"/>
                  </a:lnTo>
                  <a:lnTo>
                    <a:pt x="1776" y="1956"/>
                  </a:lnTo>
                  <a:lnTo>
                    <a:pt x="1760" y="1976"/>
                  </a:lnTo>
                  <a:lnTo>
                    <a:pt x="1742" y="1992"/>
                  </a:lnTo>
                  <a:lnTo>
                    <a:pt x="1720" y="2004"/>
                  </a:lnTo>
                  <a:lnTo>
                    <a:pt x="1698" y="2012"/>
                  </a:lnTo>
                  <a:lnTo>
                    <a:pt x="1686" y="2014"/>
                  </a:lnTo>
                  <a:lnTo>
                    <a:pt x="1672" y="2016"/>
                  </a:lnTo>
                  <a:lnTo>
                    <a:pt x="1672" y="2016"/>
                  </a:lnTo>
                  <a:lnTo>
                    <a:pt x="1654" y="2016"/>
                  </a:lnTo>
                  <a:lnTo>
                    <a:pt x="1634" y="2012"/>
                  </a:lnTo>
                  <a:lnTo>
                    <a:pt x="1616" y="2008"/>
                  </a:lnTo>
                  <a:lnTo>
                    <a:pt x="1598" y="1998"/>
                  </a:lnTo>
                  <a:lnTo>
                    <a:pt x="1598" y="1998"/>
                  </a:lnTo>
                  <a:lnTo>
                    <a:pt x="1584" y="1994"/>
                  </a:lnTo>
                  <a:lnTo>
                    <a:pt x="1570" y="1992"/>
                  </a:lnTo>
                  <a:lnTo>
                    <a:pt x="1556" y="1994"/>
                  </a:lnTo>
                  <a:lnTo>
                    <a:pt x="1542" y="1998"/>
                  </a:lnTo>
                  <a:lnTo>
                    <a:pt x="1542" y="1998"/>
                  </a:lnTo>
                  <a:lnTo>
                    <a:pt x="1530" y="2006"/>
                  </a:lnTo>
                  <a:lnTo>
                    <a:pt x="1520" y="2018"/>
                  </a:lnTo>
                  <a:lnTo>
                    <a:pt x="1514" y="2030"/>
                  </a:lnTo>
                  <a:lnTo>
                    <a:pt x="1512" y="2044"/>
                  </a:lnTo>
                  <a:lnTo>
                    <a:pt x="1512" y="2044"/>
                  </a:lnTo>
                  <a:lnTo>
                    <a:pt x="1508" y="2064"/>
                  </a:lnTo>
                  <a:lnTo>
                    <a:pt x="1504" y="2084"/>
                  </a:lnTo>
                  <a:lnTo>
                    <a:pt x="1498" y="2102"/>
                  </a:lnTo>
                  <a:lnTo>
                    <a:pt x="1490" y="2118"/>
                  </a:lnTo>
                  <a:lnTo>
                    <a:pt x="1480" y="2136"/>
                  </a:lnTo>
                  <a:lnTo>
                    <a:pt x="1470" y="2150"/>
                  </a:lnTo>
                  <a:lnTo>
                    <a:pt x="1458" y="2166"/>
                  </a:lnTo>
                  <a:lnTo>
                    <a:pt x="1444" y="2178"/>
                  </a:lnTo>
                  <a:lnTo>
                    <a:pt x="1430" y="2190"/>
                  </a:lnTo>
                  <a:lnTo>
                    <a:pt x="1414" y="2200"/>
                  </a:lnTo>
                  <a:lnTo>
                    <a:pt x="1398" y="2210"/>
                  </a:lnTo>
                  <a:lnTo>
                    <a:pt x="1380" y="2218"/>
                  </a:lnTo>
                  <a:lnTo>
                    <a:pt x="1362" y="2224"/>
                  </a:lnTo>
                  <a:lnTo>
                    <a:pt x="1344" y="2228"/>
                  </a:lnTo>
                  <a:lnTo>
                    <a:pt x="1324" y="2232"/>
                  </a:lnTo>
                  <a:lnTo>
                    <a:pt x="1304" y="2232"/>
                  </a:lnTo>
                  <a:lnTo>
                    <a:pt x="1304" y="2232"/>
                  </a:lnTo>
                  <a:lnTo>
                    <a:pt x="1286" y="2232"/>
                  </a:lnTo>
                  <a:lnTo>
                    <a:pt x="1268" y="2228"/>
                  </a:lnTo>
                  <a:lnTo>
                    <a:pt x="1250" y="2224"/>
                  </a:lnTo>
                  <a:lnTo>
                    <a:pt x="1232" y="2220"/>
                  </a:lnTo>
                  <a:lnTo>
                    <a:pt x="1216" y="2212"/>
                  </a:lnTo>
                  <a:lnTo>
                    <a:pt x="1200" y="2204"/>
                  </a:lnTo>
                  <a:lnTo>
                    <a:pt x="1186" y="2196"/>
                  </a:lnTo>
                  <a:lnTo>
                    <a:pt x="1172" y="2184"/>
                  </a:lnTo>
                  <a:lnTo>
                    <a:pt x="1158" y="2172"/>
                  </a:lnTo>
                  <a:lnTo>
                    <a:pt x="1146" y="2160"/>
                  </a:lnTo>
                  <a:lnTo>
                    <a:pt x="1136" y="2146"/>
                  </a:lnTo>
                  <a:lnTo>
                    <a:pt x="1126" y="2132"/>
                  </a:lnTo>
                  <a:lnTo>
                    <a:pt x="1118" y="2116"/>
                  </a:lnTo>
                  <a:lnTo>
                    <a:pt x="1110" y="2100"/>
                  </a:lnTo>
                  <a:lnTo>
                    <a:pt x="1104" y="2084"/>
                  </a:lnTo>
                  <a:lnTo>
                    <a:pt x="1100" y="2066"/>
                  </a:lnTo>
                  <a:lnTo>
                    <a:pt x="1100" y="2066"/>
                  </a:lnTo>
                  <a:lnTo>
                    <a:pt x="1098" y="2056"/>
                  </a:lnTo>
                  <a:lnTo>
                    <a:pt x="1094" y="2048"/>
                  </a:lnTo>
                  <a:lnTo>
                    <a:pt x="1088" y="2042"/>
                  </a:lnTo>
                  <a:lnTo>
                    <a:pt x="1082" y="2036"/>
                  </a:lnTo>
                  <a:lnTo>
                    <a:pt x="1074" y="2030"/>
                  </a:lnTo>
                  <a:lnTo>
                    <a:pt x="1066" y="2028"/>
                  </a:lnTo>
                  <a:lnTo>
                    <a:pt x="1056" y="2024"/>
                  </a:lnTo>
                  <a:lnTo>
                    <a:pt x="1048" y="2024"/>
                  </a:lnTo>
                  <a:lnTo>
                    <a:pt x="1046" y="2024"/>
                  </a:lnTo>
                  <a:lnTo>
                    <a:pt x="1046" y="2024"/>
                  </a:lnTo>
                  <a:lnTo>
                    <a:pt x="1038" y="2024"/>
                  </a:lnTo>
                  <a:lnTo>
                    <a:pt x="1032" y="2026"/>
                  </a:lnTo>
                  <a:lnTo>
                    <a:pt x="1026" y="2030"/>
                  </a:lnTo>
                  <a:lnTo>
                    <a:pt x="1020" y="2034"/>
                  </a:lnTo>
                  <a:lnTo>
                    <a:pt x="1014" y="2038"/>
                  </a:lnTo>
                  <a:lnTo>
                    <a:pt x="1010" y="2044"/>
                  </a:lnTo>
                  <a:lnTo>
                    <a:pt x="1008" y="2052"/>
                  </a:lnTo>
                  <a:lnTo>
                    <a:pt x="1006" y="2058"/>
                  </a:lnTo>
                  <a:lnTo>
                    <a:pt x="1006" y="2058"/>
                  </a:lnTo>
                  <a:lnTo>
                    <a:pt x="1002" y="2076"/>
                  </a:lnTo>
                  <a:lnTo>
                    <a:pt x="996" y="2094"/>
                  </a:lnTo>
                  <a:lnTo>
                    <a:pt x="988" y="2110"/>
                  </a:lnTo>
                  <a:lnTo>
                    <a:pt x="980" y="2126"/>
                  </a:lnTo>
                  <a:lnTo>
                    <a:pt x="972" y="2142"/>
                  </a:lnTo>
                  <a:lnTo>
                    <a:pt x="960" y="2156"/>
                  </a:lnTo>
                  <a:lnTo>
                    <a:pt x="948" y="2170"/>
                  </a:lnTo>
                  <a:lnTo>
                    <a:pt x="936" y="2182"/>
                  </a:lnTo>
                  <a:lnTo>
                    <a:pt x="920" y="2194"/>
                  </a:lnTo>
                  <a:lnTo>
                    <a:pt x="906" y="2202"/>
                  </a:lnTo>
                  <a:lnTo>
                    <a:pt x="890" y="2212"/>
                  </a:lnTo>
                  <a:lnTo>
                    <a:pt x="874" y="2218"/>
                  </a:lnTo>
                  <a:lnTo>
                    <a:pt x="856" y="2224"/>
                  </a:lnTo>
                  <a:lnTo>
                    <a:pt x="838" y="2228"/>
                  </a:lnTo>
                  <a:lnTo>
                    <a:pt x="820" y="2232"/>
                  </a:lnTo>
                  <a:lnTo>
                    <a:pt x="800" y="2232"/>
                  </a:lnTo>
                  <a:lnTo>
                    <a:pt x="800" y="2232"/>
                  </a:lnTo>
                  <a:lnTo>
                    <a:pt x="780" y="2232"/>
                  </a:lnTo>
                  <a:lnTo>
                    <a:pt x="760" y="2228"/>
                  </a:lnTo>
                  <a:lnTo>
                    <a:pt x="742" y="2224"/>
                  </a:lnTo>
                  <a:lnTo>
                    <a:pt x="724" y="2218"/>
                  </a:lnTo>
                  <a:lnTo>
                    <a:pt x="706" y="2210"/>
                  </a:lnTo>
                  <a:lnTo>
                    <a:pt x="688" y="2200"/>
                  </a:lnTo>
                  <a:lnTo>
                    <a:pt x="674" y="2188"/>
                  </a:lnTo>
                  <a:lnTo>
                    <a:pt x="658" y="2176"/>
                  </a:lnTo>
                  <a:lnTo>
                    <a:pt x="646" y="2162"/>
                  </a:lnTo>
                  <a:lnTo>
                    <a:pt x="634" y="2148"/>
                  </a:lnTo>
                  <a:lnTo>
                    <a:pt x="622" y="2132"/>
                  </a:lnTo>
                  <a:lnTo>
                    <a:pt x="614" y="2116"/>
                  </a:lnTo>
                  <a:lnTo>
                    <a:pt x="606" y="2098"/>
                  </a:lnTo>
                  <a:lnTo>
                    <a:pt x="600" y="2080"/>
                  </a:lnTo>
                  <a:lnTo>
                    <a:pt x="596" y="2060"/>
                  </a:lnTo>
                  <a:lnTo>
                    <a:pt x="592" y="2040"/>
                  </a:lnTo>
                  <a:lnTo>
                    <a:pt x="592" y="2040"/>
                  </a:lnTo>
                  <a:lnTo>
                    <a:pt x="590" y="2026"/>
                  </a:lnTo>
                  <a:lnTo>
                    <a:pt x="584" y="2014"/>
                  </a:lnTo>
                  <a:lnTo>
                    <a:pt x="574" y="2004"/>
                  </a:lnTo>
                  <a:lnTo>
                    <a:pt x="564" y="1996"/>
                  </a:lnTo>
                  <a:lnTo>
                    <a:pt x="564" y="1996"/>
                  </a:lnTo>
                  <a:lnTo>
                    <a:pt x="550" y="1990"/>
                  </a:lnTo>
                  <a:lnTo>
                    <a:pt x="536" y="1990"/>
                  </a:lnTo>
                  <a:lnTo>
                    <a:pt x="522" y="1992"/>
                  </a:lnTo>
                  <a:lnTo>
                    <a:pt x="510" y="1996"/>
                  </a:lnTo>
                  <a:lnTo>
                    <a:pt x="510" y="1996"/>
                  </a:lnTo>
                  <a:lnTo>
                    <a:pt x="488" y="2008"/>
                  </a:lnTo>
                  <a:lnTo>
                    <a:pt x="464" y="2014"/>
                  </a:lnTo>
                  <a:lnTo>
                    <a:pt x="440" y="2016"/>
                  </a:lnTo>
                  <a:lnTo>
                    <a:pt x="416" y="2014"/>
                  </a:lnTo>
                  <a:lnTo>
                    <a:pt x="416" y="2014"/>
                  </a:lnTo>
                  <a:lnTo>
                    <a:pt x="394" y="2008"/>
                  </a:lnTo>
                  <a:lnTo>
                    <a:pt x="374" y="1998"/>
                  </a:lnTo>
                  <a:lnTo>
                    <a:pt x="356" y="1986"/>
                  </a:lnTo>
                  <a:lnTo>
                    <a:pt x="340" y="1972"/>
                  </a:lnTo>
                  <a:lnTo>
                    <a:pt x="326" y="1954"/>
                  </a:lnTo>
                  <a:lnTo>
                    <a:pt x="316" y="1934"/>
                  </a:lnTo>
                  <a:lnTo>
                    <a:pt x="308" y="1912"/>
                  </a:lnTo>
                  <a:lnTo>
                    <a:pt x="304" y="1890"/>
                  </a:lnTo>
                  <a:lnTo>
                    <a:pt x="304" y="1890"/>
                  </a:lnTo>
                  <a:lnTo>
                    <a:pt x="304" y="1868"/>
                  </a:lnTo>
                  <a:lnTo>
                    <a:pt x="308" y="1846"/>
                  </a:lnTo>
                  <a:lnTo>
                    <a:pt x="314" y="1826"/>
                  </a:lnTo>
                  <a:lnTo>
                    <a:pt x="326" y="1808"/>
                  </a:lnTo>
                  <a:lnTo>
                    <a:pt x="326" y="1808"/>
                  </a:lnTo>
                  <a:lnTo>
                    <a:pt x="332" y="1794"/>
                  </a:lnTo>
                  <a:lnTo>
                    <a:pt x="334" y="1780"/>
                  </a:lnTo>
                  <a:lnTo>
                    <a:pt x="332" y="1766"/>
                  </a:lnTo>
                  <a:lnTo>
                    <a:pt x="326" y="1752"/>
                  </a:lnTo>
                  <a:lnTo>
                    <a:pt x="326" y="1752"/>
                  </a:lnTo>
                  <a:lnTo>
                    <a:pt x="316" y="1740"/>
                  </a:lnTo>
                  <a:lnTo>
                    <a:pt x="304" y="1732"/>
                  </a:lnTo>
                  <a:lnTo>
                    <a:pt x="290" y="1728"/>
                  </a:lnTo>
                  <a:lnTo>
                    <a:pt x="276" y="1728"/>
                  </a:lnTo>
                  <a:lnTo>
                    <a:pt x="276" y="1728"/>
                  </a:lnTo>
                  <a:lnTo>
                    <a:pt x="258" y="1728"/>
                  </a:lnTo>
                  <a:lnTo>
                    <a:pt x="238" y="1726"/>
                  </a:lnTo>
                  <a:lnTo>
                    <a:pt x="220" y="1724"/>
                  </a:lnTo>
                  <a:lnTo>
                    <a:pt x="204" y="1718"/>
                  </a:lnTo>
                  <a:lnTo>
                    <a:pt x="188" y="1712"/>
                  </a:lnTo>
                  <a:lnTo>
                    <a:pt x="172" y="1704"/>
                  </a:lnTo>
                  <a:lnTo>
                    <a:pt x="158" y="1694"/>
                  </a:lnTo>
                  <a:lnTo>
                    <a:pt x="144" y="1682"/>
                  </a:lnTo>
                  <a:lnTo>
                    <a:pt x="132" y="1670"/>
                  </a:lnTo>
                  <a:lnTo>
                    <a:pt x="120" y="1656"/>
                  </a:lnTo>
                  <a:lnTo>
                    <a:pt x="112" y="1642"/>
                  </a:lnTo>
                  <a:lnTo>
                    <a:pt x="104" y="1626"/>
                  </a:lnTo>
                  <a:lnTo>
                    <a:pt x="96" y="1610"/>
                  </a:lnTo>
                  <a:lnTo>
                    <a:pt x="92" y="1592"/>
                  </a:lnTo>
                  <a:lnTo>
                    <a:pt x="88" y="1574"/>
                  </a:lnTo>
                  <a:lnTo>
                    <a:pt x="88" y="1556"/>
                  </a:lnTo>
                  <a:lnTo>
                    <a:pt x="88" y="1556"/>
                  </a:lnTo>
                  <a:lnTo>
                    <a:pt x="90" y="1536"/>
                  </a:lnTo>
                  <a:lnTo>
                    <a:pt x="92" y="1518"/>
                  </a:lnTo>
                  <a:lnTo>
                    <a:pt x="98" y="1500"/>
                  </a:lnTo>
                  <a:lnTo>
                    <a:pt x="104" y="1482"/>
                  </a:lnTo>
                  <a:lnTo>
                    <a:pt x="114" y="1466"/>
                  </a:lnTo>
                  <a:lnTo>
                    <a:pt x="124" y="1450"/>
                  </a:lnTo>
                  <a:lnTo>
                    <a:pt x="136" y="1436"/>
                  </a:lnTo>
                  <a:lnTo>
                    <a:pt x="150" y="1422"/>
                  </a:lnTo>
                  <a:lnTo>
                    <a:pt x="150" y="1422"/>
                  </a:lnTo>
                  <a:lnTo>
                    <a:pt x="160" y="1414"/>
                  </a:lnTo>
                  <a:lnTo>
                    <a:pt x="168" y="1402"/>
                  </a:lnTo>
                  <a:lnTo>
                    <a:pt x="172" y="1390"/>
                  </a:lnTo>
                  <a:lnTo>
                    <a:pt x="174" y="1376"/>
                  </a:lnTo>
                  <a:lnTo>
                    <a:pt x="174" y="1376"/>
                  </a:lnTo>
                  <a:lnTo>
                    <a:pt x="172" y="1362"/>
                  </a:lnTo>
                  <a:lnTo>
                    <a:pt x="168" y="1350"/>
                  </a:lnTo>
                  <a:lnTo>
                    <a:pt x="160" y="1338"/>
                  </a:lnTo>
                  <a:lnTo>
                    <a:pt x="150" y="1330"/>
                  </a:lnTo>
                  <a:lnTo>
                    <a:pt x="150" y="1330"/>
                  </a:lnTo>
                  <a:lnTo>
                    <a:pt x="136" y="1316"/>
                  </a:lnTo>
                  <a:lnTo>
                    <a:pt x="124" y="1302"/>
                  </a:lnTo>
                  <a:lnTo>
                    <a:pt x="114" y="1286"/>
                  </a:lnTo>
                  <a:lnTo>
                    <a:pt x="104" y="1270"/>
                  </a:lnTo>
                  <a:lnTo>
                    <a:pt x="98" y="1252"/>
                  </a:lnTo>
                  <a:lnTo>
                    <a:pt x="92" y="1234"/>
                  </a:lnTo>
                  <a:lnTo>
                    <a:pt x="90" y="1216"/>
                  </a:lnTo>
                  <a:lnTo>
                    <a:pt x="88" y="1196"/>
                  </a:lnTo>
                  <a:lnTo>
                    <a:pt x="88" y="1196"/>
                  </a:lnTo>
                  <a:lnTo>
                    <a:pt x="90" y="1174"/>
                  </a:lnTo>
                  <a:lnTo>
                    <a:pt x="94" y="1152"/>
                  </a:lnTo>
                  <a:lnTo>
                    <a:pt x="100" y="1130"/>
                  </a:lnTo>
                  <a:lnTo>
                    <a:pt x="110" y="1110"/>
                  </a:lnTo>
                  <a:lnTo>
                    <a:pt x="122" y="1092"/>
                  </a:lnTo>
                  <a:lnTo>
                    <a:pt x="136" y="1076"/>
                  </a:lnTo>
                  <a:lnTo>
                    <a:pt x="154" y="1062"/>
                  </a:lnTo>
                  <a:lnTo>
                    <a:pt x="172" y="1048"/>
                  </a:lnTo>
                  <a:lnTo>
                    <a:pt x="172" y="1048"/>
                  </a:lnTo>
                  <a:lnTo>
                    <a:pt x="182" y="1040"/>
                  </a:lnTo>
                  <a:lnTo>
                    <a:pt x="192" y="1030"/>
                  </a:lnTo>
                  <a:lnTo>
                    <a:pt x="198" y="1018"/>
                  </a:lnTo>
                  <a:lnTo>
                    <a:pt x="202" y="1006"/>
                  </a:lnTo>
                  <a:lnTo>
                    <a:pt x="202" y="1006"/>
                  </a:lnTo>
                  <a:lnTo>
                    <a:pt x="202" y="992"/>
                  </a:lnTo>
                  <a:lnTo>
                    <a:pt x="200" y="980"/>
                  </a:lnTo>
                  <a:lnTo>
                    <a:pt x="196" y="968"/>
                  </a:lnTo>
                  <a:lnTo>
                    <a:pt x="190" y="956"/>
                  </a:lnTo>
                  <a:lnTo>
                    <a:pt x="190" y="956"/>
                  </a:lnTo>
                  <a:lnTo>
                    <a:pt x="176" y="938"/>
                  </a:lnTo>
                  <a:lnTo>
                    <a:pt x="168" y="916"/>
                  </a:lnTo>
                  <a:lnTo>
                    <a:pt x="162" y="894"/>
                  </a:lnTo>
                  <a:lnTo>
                    <a:pt x="160" y="872"/>
                  </a:lnTo>
                  <a:lnTo>
                    <a:pt x="160" y="872"/>
                  </a:lnTo>
                  <a:lnTo>
                    <a:pt x="160" y="860"/>
                  </a:lnTo>
                  <a:lnTo>
                    <a:pt x="162" y="846"/>
                  </a:lnTo>
                  <a:lnTo>
                    <a:pt x="170" y="822"/>
                  </a:lnTo>
                  <a:lnTo>
                    <a:pt x="180" y="800"/>
                  </a:lnTo>
                  <a:lnTo>
                    <a:pt x="194" y="780"/>
                  </a:lnTo>
                  <a:lnTo>
                    <a:pt x="212" y="764"/>
                  </a:lnTo>
                  <a:lnTo>
                    <a:pt x="234" y="752"/>
                  </a:lnTo>
                  <a:lnTo>
                    <a:pt x="256" y="742"/>
                  </a:lnTo>
                  <a:lnTo>
                    <a:pt x="268" y="738"/>
                  </a:lnTo>
                  <a:lnTo>
                    <a:pt x="282" y="736"/>
                  </a:lnTo>
                  <a:lnTo>
                    <a:pt x="282" y="736"/>
                  </a:lnTo>
                  <a:lnTo>
                    <a:pt x="296" y="734"/>
                  </a:lnTo>
                  <a:lnTo>
                    <a:pt x="308" y="728"/>
                  </a:lnTo>
                  <a:lnTo>
                    <a:pt x="318" y="718"/>
                  </a:lnTo>
                  <a:lnTo>
                    <a:pt x="326" y="706"/>
                  </a:lnTo>
                  <a:lnTo>
                    <a:pt x="326" y="706"/>
                  </a:lnTo>
                  <a:lnTo>
                    <a:pt x="330" y="694"/>
                  </a:lnTo>
                  <a:lnTo>
                    <a:pt x="332" y="680"/>
                  </a:lnTo>
                  <a:lnTo>
                    <a:pt x="328" y="666"/>
                  </a:lnTo>
                  <a:lnTo>
                    <a:pt x="324" y="654"/>
                  </a:lnTo>
                  <a:lnTo>
                    <a:pt x="324" y="654"/>
                  </a:lnTo>
                  <a:lnTo>
                    <a:pt x="314" y="638"/>
                  </a:lnTo>
                  <a:lnTo>
                    <a:pt x="308" y="620"/>
                  </a:lnTo>
                  <a:lnTo>
                    <a:pt x="306" y="602"/>
                  </a:lnTo>
                  <a:lnTo>
                    <a:pt x="304" y="584"/>
                  </a:lnTo>
                  <a:lnTo>
                    <a:pt x="304" y="584"/>
                  </a:lnTo>
                  <a:lnTo>
                    <a:pt x="306" y="560"/>
                  </a:lnTo>
                  <a:lnTo>
                    <a:pt x="312" y="538"/>
                  </a:lnTo>
                  <a:lnTo>
                    <a:pt x="322" y="516"/>
                  </a:lnTo>
                  <a:lnTo>
                    <a:pt x="334" y="498"/>
                  </a:lnTo>
                  <a:lnTo>
                    <a:pt x="350" y="482"/>
                  </a:lnTo>
                  <a:lnTo>
                    <a:pt x="370" y="468"/>
                  </a:lnTo>
                  <a:lnTo>
                    <a:pt x="390" y="458"/>
                  </a:lnTo>
                  <a:lnTo>
                    <a:pt x="412" y="450"/>
                  </a:lnTo>
                  <a:lnTo>
                    <a:pt x="448" y="444"/>
                  </a:lnTo>
                  <a:lnTo>
                    <a:pt x="448" y="406"/>
                  </a:lnTo>
                  <a:lnTo>
                    <a:pt x="448" y="404"/>
                  </a:lnTo>
                  <a:lnTo>
                    <a:pt x="448" y="404"/>
                  </a:lnTo>
                  <a:lnTo>
                    <a:pt x="448" y="386"/>
                  </a:lnTo>
                  <a:lnTo>
                    <a:pt x="452" y="370"/>
                  </a:lnTo>
                  <a:lnTo>
                    <a:pt x="456" y="352"/>
                  </a:lnTo>
                  <a:lnTo>
                    <a:pt x="462" y="338"/>
                  </a:lnTo>
                  <a:lnTo>
                    <a:pt x="468" y="322"/>
                  </a:lnTo>
                  <a:lnTo>
                    <a:pt x="478" y="308"/>
                  </a:lnTo>
                  <a:lnTo>
                    <a:pt x="488" y="294"/>
                  </a:lnTo>
                  <a:lnTo>
                    <a:pt x="498" y="282"/>
                  </a:lnTo>
                  <a:lnTo>
                    <a:pt x="510" y="272"/>
                  </a:lnTo>
                  <a:lnTo>
                    <a:pt x="524" y="262"/>
                  </a:lnTo>
                  <a:lnTo>
                    <a:pt x="538" y="252"/>
                  </a:lnTo>
                  <a:lnTo>
                    <a:pt x="554" y="246"/>
                  </a:lnTo>
                  <a:lnTo>
                    <a:pt x="568" y="240"/>
                  </a:lnTo>
                  <a:lnTo>
                    <a:pt x="586" y="236"/>
                  </a:lnTo>
                  <a:lnTo>
                    <a:pt x="602" y="232"/>
                  </a:lnTo>
                  <a:lnTo>
                    <a:pt x="620" y="232"/>
                  </a:lnTo>
                  <a:lnTo>
                    <a:pt x="620" y="232"/>
                  </a:lnTo>
                  <a:lnTo>
                    <a:pt x="642" y="234"/>
                  </a:lnTo>
                  <a:lnTo>
                    <a:pt x="662" y="238"/>
                  </a:lnTo>
                  <a:lnTo>
                    <a:pt x="662" y="238"/>
                  </a:lnTo>
                  <a:lnTo>
                    <a:pt x="674" y="240"/>
                  </a:lnTo>
                  <a:lnTo>
                    <a:pt x="688" y="238"/>
                  </a:lnTo>
                  <a:lnTo>
                    <a:pt x="700" y="236"/>
                  </a:lnTo>
                  <a:lnTo>
                    <a:pt x="710" y="230"/>
                  </a:lnTo>
                  <a:lnTo>
                    <a:pt x="710" y="230"/>
                  </a:lnTo>
                  <a:lnTo>
                    <a:pt x="720" y="222"/>
                  </a:lnTo>
                  <a:lnTo>
                    <a:pt x="730" y="214"/>
                  </a:lnTo>
                  <a:lnTo>
                    <a:pt x="736" y="202"/>
                  </a:lnTo>
                  <a:lnTo>
                    <a:pt x="740" y="190"/>
                  </a:lnTo>
                  <a:lnTo>
                    <a:pt x="740" y="190"/>
                  </a:lnTo>
                  <a:lnTo>
                    <a:pt x="748" y="168"/>
                  </a:lnTo>
                  <a:lnTo>
                    <a:pt x="758" y="150"/>
                  </a:lnTo>
                  <a:lnTo>
                    <a:pt x="772" y="132"/>
                  </a:lnTo>
                  <a:lnTo>
                    <a:pt x="788" y="116"/>
                  </a:lnTo>
                  <a:lnTo>
                    <a:pt x="806" y="104"/>
                  </a:lnTo>
                  <a:lnTo>
                    <a:pt x="828" y="96"/>
                  </a:lnTo>
                  <a:lnTo>
                    <a:pt x="850" y="90"/>
                  </a:lnTo>
                  <a:lnTo>
                    <a:pt x="872" y="88"/>
                  </a:lnTo>
                  <a:lnTo>
                    <a:pt x="872" y="88"/>
                  </a:lnTo>
                  <a:lnTo>
                    <a:pt x="894" y="90"/>
                  </a:lnTo>
                  <a:lnTo>
                    <a:pt x="916" y="96"/>
                  </a:lnTo>
                  <a:lnTo>
                    <a:pt x="936" y="104"/>
                  </a:lnTo>
                  <a:lnTo>
                    <a:pt x="954" y="116"/>
                  </a:lnTo>
                  <a:lnTo>
                    <a:pt x="970" y="130"/>
                  </a:lnTo>
                  <a:lnTo>
                    <a:pt x="984" y="148"/>
                  </a:lnTo>
                  <a:lnTo>
                    <a:pt x="996" y="166"/>
                  </a:lnTo>
                  <a:lnTo>
                    <a:pt x="1002" y="186"/>
                  </a:lnTo>
                  <a:lnTo>
                    <a:pt x="1002" y="186"/>
                  </a:lnTo>
                  <a:lnTo>
                    <a:pt x="1006" y="194"/>
                  </a:lnTo>
                  <a:lnTo>
                    <a:pt x="1010" y="202"/>
                  </a:lnTo>
                  <a:lnTo>
                    <a:pt x="1014" y="208"/>
                  </a:lnTo>
                  <a:lnTo>
                    <a:pt x="1020" y="214"/>
                  </a:lnTo>
                  <a:lnTo>
                    <a:pt x="1028" y="218"/>
                  </a:lnTo>
                  <a:lnTo>
                    <a:pt x="1034" y="222"/>
                  </a:lnTo>
                  <a:lnTo>
                    <a:pt x="1042" y="224"/>
                  </a:lnTo>
                  <a:lnTo>
                    <a:pt x="1052" y="224"/>
                  </a:lnTo>
                  <a:lnTo>
                    <a:pt x="1056" y="224"/>
                  </a:lnTo>
                  <a:lnTo>
                    <a:pt x="1056" y="224"/>
                  </a:lnTo>
                  <a:lnTo>
                    <a:pt x="1064" y="224"/>
                  </a:lnTo>
                  <a:lnTo>
                    <a:pt x="1072" y="222"/>
                  </a:lnTo>
                  <a:lnTo>
                    <a:pt x="1084" y="214"/>
                  </a:lnTo>
                  <a:lnTo>
                    <a:pt x="1090" y="210"/>
                  </a:lnTo>
                  <a:lnTo>
                    <a:pt x="1094" y="204"/>
                  </a:lnTo>
                  <a:lnTo>
                    <a:pt x="1098" y="198"/>
                  </a:lnTo>
                  <a:lnTo>
                    <a:pt x="1100" y="190"/>
                  </a:lnTo>
                  <a:lnTo>
                    <a:pt x="1100" y="190"/>
                  </a:lnTo>
                  <a:lnTo>
                    <a:pt x="1108" y="168"/>
                  </a:lnTo>
                  <a:lnTo>
                    <a:pt x="1118" y="150"/>
                  </a:lnTo>
                  <a:lnTo>
                    <a:pt x="1132" y="132"/>
                  </a:lnTo>
                  <a:lnTo>
                    <a:pt x="1148" y="118"/>
                  </a:lnTo>
                  <a:lnTo>
                    <a:pt x="1166" y="104"/>
                  </a:lnTo>
                  <a:lnTo>
                    <a:pt x="1186" y="96"/>
                  </a:lnTo>
                  <a:lnTo>
                    <a:pt x="1208" y="90"/>
                  </a:lnTo>
                  <a:lnTo>
                    <a:pt x="1232" y="88"/>
                  </a:lnTo>
                  <a:lnTo>
                    <a:pt x="1232" y="88"/>
                  </a:lnTo>
                  <a:lnTo>
                    <a:pt x="1254" y="90"/>
                  </a:lnTo>
                  <a:lnTo>
                    <a:pt x="1276" y="96"/>
                  </a:lnTo>
                  <a:lnTo>
                    <a:pt x="1296" y="104"/>
                  </a:lnTo>
                  <a:lnTo>
                    <a:pt x="1316" y="116"/>
                  </a:lnTo>
                  <a:lnTo>
                    <a:pt x="1332" y="132"/>
                  </a:lnTo>
                  <a:lnTo>
                    <a:pt x="1346" y="148"/>
                  </a:lnTo>
                  <a:lnTo>
                    <a:pt x="1356" y="168"/>
                  </a:lnTo>
                  <a:lnTo>
                    <a:pt x="1364" y="190"/>
                  </a:lnTo>
                  <a:lnTo>
                    <a:pt x="1364" y="190"/>
                  </a:lnTo>
                  <a:lnTo>
                    <a:pt x="1368" y="202"/>
                  </a:lnTo>
                  <a:lnTo>
                    <a:pt x="1374" y="212"/>
                  </a:lnTo>
                  <a:lnTo>
                    <a:pt x="1384" y="222"/>
                  </a:lnTo>
                  <a:lnTo>
                    <a:pt x="1394" y="230"/>
                  </a:lnTo>
                  <a:lnTo>
                    <a:pt x="1404" y="234"/>
                  </a:lnTo>
                  <a:lnTo>
                    <a:pt x="1416" y="238"/>
                  </a:lnTo>
                  <a:lnTo>
                    <a:pt x="1430" y="238"/>
                  </a:lnTo>
                  <a:lnTo>
                    <a:pt x="1442" y="238"/>
                  </a:lnTo>
                  <a:lnTo>
                    <a:pt x="1442" y="238"/>
                  </a:lnTo>
                  <a:lnTo>
                    <a:pt x="1464" y="234"/>
                  </a:lnTo>
                  <a:lnTo>
                    <a:pt x="1484" y="232"/>
                  </a:lnTo>
                  <a:lnTo>
                    <a:pt x="1484" y="232"/>
                  </a:lnTo>
                  <a:lnTo>
                    <a:pt x="1502" y="232"/>
                  </a:lnTo>
                  <a:lnTo>
                    <a:pt x="1518" y="236"/>
                  </a:lnTo>
                  <a:lnTo>
                    <a:pt x="1536" y="240"/>
                  </a:lnTo>
                  <a:lnTo>
                    <a:pt x="1550" y="246"/>
                  </a:lnTo>
                  <a:lnTo>
                    <a:pt x="1566" y="252"/>
                  </a:lnTo>
                  <a:lnTo>
                    <a:pt x="1580" y="262"/>
                  </a:lnTo>
                  <a:lnTo>
                    <a:pt x="1594" y="272"/>
                  </a:lnTo>
                  <a:lnTo>
                    <a:pt x="1606" y="282"/>
                  </a:lnTo>
                  <a:lnTo>
                    <a:pt x="1616" y="294"/>
                  </a:lnTo>
                  <a:lnTo>
                    <a:pt x="1626" y="308"/>
                  </a:lnTo>
                  <a:lnTo>
                    <a:pt x="1636" y="322"/>
                  </a:lnTo>
                  <a:lnTo>
                    <a:pt x="1642" y="338"/>
                  </a:lnTo>
                  <a:lnTo>
                    <a:pt x="1648" y="354"/>
                  </a:lnTo>
                  <a:lnTo>
                    <a:pt x="1652" y="370"/>
                  </a:lnTo>
                  <a:lnTo>
                    <a:pt x="1656" y="386"/>
                  </a:lnTo>
                  <a:lnTo>
                    <a:pt x="1656" y="404"/>
                  </a:lnTo>
                  <a:lnTo>
                    <a:pt x="1656" y="444"/>
                  </a:lnTo>
                  <a:lnTo>
                    <a:pt x="1692" y="450"/>
                  </a:lnTo>
                  <a:lnTo>
                    <a:pt x="1692" y="450"/>
                  </a:lnTo>
                  <a:lnTo>
                    <a:pt x="1714" y="458"/>
                  </a:lnTo>
                  <a:lnTo>
                    <a:pt x="1734" y="468"/>
                  </a:lnTo>
                  <a:lnTo>
                    <a:pt x="1754" y="482"/>
                  </a:lnTo>
                  <a:lnTo>
                    <a:pt x="1770" y="498"/>
                  </a:lnTo>
                  <a:lnTo>
                    <a:pt x="1782" y="516"/>
                  </a:lnTo>
                  <a:lnTo>
                    <a:pt x="1792" y="538"/>
                  </a:lnTo>
                  <a:lnTo>
                    <a:pt x="1798" y="560"/>
                  </a:lnTo>
                  <a:lnTo>
                    <a:pt x="1800" y="584"/>
                  </a:lnTo>
                  <a:lnTo>
                    <a:pt x="1800" y="584"/>
                  </a:lnTo>
                  <a:lnTo>
                    <a:pt x="1798" y="604"/>
                  </a:lnTo>
                  <a:lnTo>
                    <a:pt x="1794" y="622"/>
                  </a:lnTo>
                  <a:lnTo>
                    <a:pt x="1788" y="640"/>
                  </a:lnTo>
                  <a:lnTo>
                    <a:pt x="1780" y="656"/>
                  </a:lnTo>
                  <a:lnTo>
                    <a:pt x="1780" y="656"/>
                  </a:lnTo>
                  <a:lnTo>
                    <a:pt x="1774" y="668"/>
                  </a:lnTo>
                  <a:lnTo>
                    <a:pt x="1772" y="682"/>
                  </a:lnTo>
                  <a:lnTo>
                    <a:pt x="1772" y="694"/>
                  </a:lnTo>
                  <a:lnTo>
                    <a:pt x="1776" y="708"/>
                  </a:lnTo>
                  <a:lnTo>
                    <a:pt x="1776" y="708"/>
                  </a:lnTo>
                  <a:lnTo>
                    <a:pt x="1784" y="718"/>
                  </a:lnTo>
                  <a:lnTo>
                    <a:pt x="1794" y="728"/>
                  </a:lnTo>
                  <a:lnTo>
                    <a:pt x="1806" y="734"/>
                  </a:lnTo>
                  <a:lnTo>
                    <a:pt x="1820" y="736"/>
                  </a:lnTo>
                  <a:lnTo>
                    <a:pt x="1820" y="736"/>
                  </a:lnTo>
                  <a:lnTo>
                    <a:pt x="1832" y="738"/>
                  </a:lnTo>
                  <a:lnTo>
                    <a:pt x="1844" y="742"/>
                  </a:lnTo>
                  <a:lnTo>
                    <a:pt x="1868" y="750"/>
                  </a:lnTo>
                  <a:lnTo>
                    <a:pt x="1890" y="764"/>
                  </a:lnTo>
                  <a:lnTo>
                    <a:pt x="1908" y="780"/>
                  </a:lnTo>
                  <a:lnTo>
                    <a:pt x="1924" y="800"/>
                  </a:lnTo>
                  <a:lnTo>
                    <a:pt x="1934" y="822"/>
                  </a:lnTo>
                  <a:lnTo>
                    <a:pt x="1942" y="846"/>
                  </a:lnTo>
                  <a:lnTo>
                    <a:pt x="1944" y="858"/>
                  </a:lnTo>
                  <a:lnTo>
                    <a:pt x="1944" y="872"/>
                  </a:lnTo>
                  <a:lnTo>
                    <a:pt x="1944" y="872"/>
                  </a:lnTo>
                  <a:lnTo>
                    <a:pt x="1942" y="896"/>
                  </a:lnTo>
                  <a:lnTo>
                    <a:pt x="1936" y="920"/>
                  </a:lnTo>
                  <a:lnTo>
                    <a:pt x="1924" y="94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04" y="972"/>
                  </a:lnTo>
                  <a:lnTo>
                    <a:pt x="1898" y="982"/>
                  </a:lnTo>
                  <a:lnTo>
                    <a:pt x="1898" y="994"/>
                  </a:lnTo>
                  <a:lnTo>
                    <a:pt x="1898" y="1006"/>
                  </a:lnTo>
                  <a:lnTo>
                    <a:pt x="1898" y="1006"/>
                  </a:lnTo>
                  <a:lnTo>
                    <a:pt x="1902" y="1018"/>
                  </a:lnTo>
                  <a:lnTo>
                    <a:pt x="1908" y="1028"/>
                  </a:lnTo>
                  <a:lnTo>
                    <a:pt x="1916" y="1038"/>
                  </a:lnTo>
                  <a:lnTo>
                    <a:pt x="1926" y="1044"/>
                  </a:lnTo>
                  <a:lnTo>
                    <a:pt x="1926" y="1044"/>
                  </a:lnTo>
                  <a:lnTo>
                    <a:pt x="1946" y="1058"/>
                  </a:lnTo>
                  <a:lnTo>
                    <a:pt x="1964" y="1072"/>
                  </a:lnTo>
                  <a:lnTo>
                    <a:pt x="1978" y="1088"/>
                  </a:lnTo>
                  <a:lnTo>
                    <a:pt x="1992" y="1108"/>
                  </a:lnTo>
                  <a:lnTo>
                    <a:pt x="2002" y="1128"/>
                  </a:lnTo>
                  <a:lnTo>
                    <a:pt x="2010" y="1150"/>
                  </a:lnTo>
                  <a:lnTo>
                    <a:pt x="2014" y="1172"/>
                  </a:lnTo>
                  <a:lnTo>
                    <a:pt x="2016" y="1196"/>
                  </a:lnTo>
                  <a:lnTo>
                    <a:pt x="2016" y="1196"/>
                  </a:lnTo>
                  <a:lnTo>
                    <a:pt x="2014" y="1216"/>
                  </a:lnTo>
                  <a:lnTo>
                    <a:pt x="2012" y="1236"/>
                  </a:lnTo>
                  <a:lnTo>
                    <a:pt x="2006" y="1254"/>
                  </a:lnTo>
                  <a:lnTo>
                    <a:pt x="1998" y="1272"/>
                  </a:lnTo>
                  <a:lnTo>
                    <a:pt x="1988" y="1290"/>
                  </a:lnTo>
                  <a:lnTo>
                    <a:pt x="1976" y="1306"/>
                  </a:lnTo>
                  <a:lnTo>
                    <a:pt x="1964" y="1320"/>
                  </a:lnTo>
                  <a:lnTo>
                    <a:pt x="1948" y="1332"/>
                  </a:lnTo>
                  <a:lnTo>
                    <a:pt x="1948" y="1332"/>
                  </a:lnTo>
                  <a:lnTo>
                    <a:pt x="1940" y="1342"/>
                  </a:lnTo>
                  <a:lnTo>
                    <a:pt x="1932" y="1352"/>
                  </a:lnTo>
                  <a:lnTo>
                    <a:pt x="1928" y="1364"/>
                  </a:lnTo>
                  <a:lnTo>
                    <a:pt x="1926" y="1376"/>
                  </a:lnTo>
                  <a:lnTo>
                    <a:pt x="1926" y="1376"/>
                  </a:lnTo>
                  <a:lnTo>
                    <a:pt x="1928" y="1388"/>
                  </a:lnTo>
                  <a:lnTo>
                    <a:pt x="1932" y="1400"/>
                  </a:lnTo>
                  <a:lnTo>
                    <a:pt x="1940" y="1410"/>
                  </a:lnTo>
                  <a:lnTo>
                    <a:pt x="1948" y="1420"/>
                  </a:lnTo>
                  <a:lnTo>
                    <a:pt x="1948" y="1420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7972425" y="4900613"/>
              <a:ext cx="139700" cy="2654300"/>
            </a:xfrm>
            <a:custGeom>
              <a:rect b="b" l="l" r="r" t="t"/>
              <a:pathLst>
                <a:path extrusionOk="0" h="1672" w="88">
                  <a:moveTo>
                    <a:pt x="40" y="1672"/>
                  </a:moveTo>
                  <a:lnTo>
                    <a:pt x="40" y="1672"/>
                  </a:lnTo>
                  <a:lnTo>
                    <a:pt x="32" y="1670"/>
                  </a:lnTo>
                  <a:lnTo>
                    <a:pt x="24" y="1666"/>
                  </a:lnTo>
                  <a:lnTo>
                    <a:pt x="18" y="1662"/>
                  </a:lnTo>
                  <a:lnTo>
                    <a:pt x="12" y="1656"/>
                  </a:lnTo>
                  <a:lnTo>
                    <a:pt x="6" y="1650"/>
                  </a:lnTo>
                  <a:lnTo>
                    <a:pt x="2" y="1642"/>
                  </a:lnTo>
                  <a:lnTo>
                    <a:pt x="0" y="1634"/>
                  </a:lnTo>
                  <a:lnTo>
                    <a:pt x="0" y="1626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38"/>
                  </a:lnTo>
                  <a:lnTo>
                    <a:pt x="2" y="30"/>
                  </a:lnTo>
                  <a:lnTo>
                    <a:pt x="6" y="22"/>
                  </a:lnTo>
                  <a:lnTo>
                    <a:pt x="12" y="16"/>
                  </a:lnTo>
                  <a:lnTo>
                    <a:pt x="18" y="10"/>
                  </a:lnTo>
                  <a:lnTo>
                    <a:pt x="24" y="6"/>
                  </a:lnTo>
                  <a:lnTo>
                    <a:pt x="32" y="2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50" y="0"/>
                  </a:lnTo>
                  <a:lnTo>
                    <a:pt x="58" y="2"/>
                  </a:lnTo>
                  <a:lnTo>
                    <a:pt x="66" y="6"/>
                  </a:lnTo>
                  <a:lnTo>
                    <a:pt x="74" y="12"/>
                  </a:lnTo>
                  <a:lnTo>
                    <a:pt x="80" y="18"/>
                  </a:lnTo>
                  <a:lnTo>
                    <a:pt x="84" y="26"/>
                  </a:lnTo>
                  <a:lnTo>
                    <a:pt x="88" y="34"/>
                  </a:lnTo>
                  <a:lnTo>
                    <a:pt x="88" y="44"/>
                  </a:lnTo>
                  <a:lnTo>
                    <a:pt x="88" y="1628"/>
                  </a:lnTo>
                  <a:lnTo>
                    <a:pt x="88" y="1628"/>
                  </a:lnTo>
                  <a:lnTo>
                    <a:pt x="88" y="1638"/>
                  </a:lnTo>
                  <a:lnTo>
                    <a:pt x="84" y="1646"/>
                  </a:lnTo>
                  <a:lnTo>
                    <a:pt x="80" y="1654"/>
                  </a:lnTo>
                  <a:lnTo>
                    <a:pt x="74" y="1660"/>
                  </a:lnTo>
                  <a:lnTo>
                    <a:pt x="66" y="1666"/>
                  </a:lnTo>
                  <a:lnTo>
                    <a:pt x="58" y="1670"/>
                  </a:lnTo>
                  <a:lnTo>
                    <a:pt x="50" y="1672"/>
                  </a:lnTo>
                  <a:lnTo>
                    <a:pt x="40" y="1672"/>
                  </a:lnTo>
                  <a:lnTo>
                    <a:pt x="40" y="1672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8315325" y="4970463"/>
              <a:ext cx="352425" cy="352425"/>
            </a:xfrm>
            <a:custGeom>
              <a:rect b="b" l="l" r="r" t="t"/>
              <a:pathLst>
                <a:path extrusionOk="0" h="222" w="222">
                  <a:moveTo>
                    <a:pt x="44" y="222"/>
                  </a:moveTo>
                  <a:lnTo>
                    <a:pt x="44" y="222"/>
                  </a:lnTo>
                  <a:lnTo>
                    <a:pt x="36" y="222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0" y="216"/>
                  </a:lnTo>
                  <a:lnTo>
                    <a:pt x="14" y="210"/>
                  </a:lnTo>
                  <a:lnTo>
                    <a:pt x="8" y="204"/>
                  </a:lnTo>
                  <a:lnTo>
                    <a:pt x="4" y="198"/>
                  </a:lnTo>
                  <a:lnTo>
                    <a:pt x="2" y="190"/>
                  </a:lnTo>
                  <a:lnTo>
                    <a:pt x="0" y="182"/>
                  </a:lnTo>
                  <a:lnTo>
                    <a:pt x="0" y="174"/>
                  </a:lnTo>
                  <a:lnTo>
                    <a:pt x="2" y="166"/>
                  </a:lnTo>
                  <a:lnTo>
                    <a:pt x="2" y="166"/>
                  </a:lnTo>
                  <a:lnTo>
                    <a:pt x="12" y="136"/>
                  </a:lnTo>
                  <a:lnTo>
                    <a:pt x="26" y="108"/>
                  </a:lnTo>
                  <a:lnTo>
                    <a:pt x="42" y="84"/>
                  </a:lnTo>
                  <a:lnTo>
                    <a:pt x="62" y="60"/>
                  </a:lnTo>
                  <a:lnTo>
                    <a:pt x="86" y="42"/>
                  </a:lnTo>
                  <a:lnTo>
                    <a:pt x="112" y="24"/>
                  </a:lnTo>
                  <a:lnTo>
                    <a:pt x="138" y="12"/>
                  </a:lnTo>
                  <a:lnTo>
                    <a:pt x="168" y="2"/>
                  </a:lnTo>
                  <a:lnTo>
                    <a:pt x="168" y="2"/>
                  </a:lnTo>
                  <a:lnTo>
                    <a:pt x="178" y="0"/>
                  </a:lnTo>
                  <a:lnTo>
                    <a:pt x="186" y="0"/>
                  </a:lnTo>
                  <a:lnTo>
                    <a:pt x="194" y="2"/>
                  </a:lnTo>
                  <a:lnTo>
                    <a:pt x="202" y="6"/>
                  </a:lnTo>
                  <a:lnTo>
                    <a:pt x="210" y="12"/>
                  </a:lnTo>
                  <a:lnTo>
                    <a:pt x="214" y="18"/>
                  </a:lnTo>
                  <a:lnTo>
                    <a:pt x="220" y="26"/>
                  </a:lnTo>
                  <a:lnTo>
                    <a:pt x="222" y="36"/>
                  </a:lnTo>
                  <a:lnTo>
                    <a:pt x="222" y="36"/>
                  </a:lnTo>
                  <a:lnTo>
                    <a:pt x="222" y="44"/>
                  </a:lnTo>
                  <a:lnTo>
                    <a:pt x="222" y="52"/>
                  </a:lnTo>
                  <a:lnTo>
                    <a:pt x="220" y="60"/>
                  </a:lnTo>
                  <a:lnTo>
                    <a:pt x="216" y="68"/>
                  </a:lnTo>
                  <a:lnTo>
                    <a:pt x="210" y="74"/>
                  </a:lnTo>
                  <a:lnTo>
                    <a:pt x="204" y="80"/>
                  </a:lnTo>
                  <a:lnTo>
                    <a:pt x="196" y="84"/>
                  </a:lnTo>
                  <a:lnTo>
                    <a:pt x="188" y="86"/>
                  </a:lnTo>
                  <a:lnTo>
                    <a:pt x="188" y="86"/>
                  </a:lnTo>
                  <a:lnTo>
                    <a:pt x="170" y="94"/>
                  </a:lnTo>
                  <a:lnTo>
                    <a:pt x="154" y="102"/>
                  </a:lnTo>
                  <a:lnTo>
                    <a:pt x="138" y="112"/>
                  </a:lnTo>
                  <a:lnTo>
                    <a:pt x="124" y="124"/>
                  </a:lnTo>
                  <a:lnTo>
                    <a:pt x="112" y="138"/>
                  </a:lnTo>
                  <a:lnTo>
                    <a:pt x="100" y="154"/>
                  </a:lnTo>
                  <a:lnTo>
                    <a:pt x="92" y="172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84" y="198"/>
                  </a:lnTo>
                  <a:lnTo>
                    <a:pt x="80" y="204"/>
                  </a:lnTo>
                  <a:lnTo>
                    <a:pt x="70" y="214"/>
                  </a:lnTo>
                  <a:lnTo>
                    <a:pt x="58" y="220"/>
                  </a:lnTo>
                  <a:lnTo>
                    <a:pt x="52" y="222"/>
                  </a:lnTo>
                  <a:lnTo>
                    <a:pt x="44" y="222"/>
                  </a:lnTo>
                  <a:lnTo>
                    <a:pt x="44" y="222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8315325" y="5700713"/>
              <a:ext cx="352425" cy="352425"/>
            </a:xfrm>
            <a:custGeom>
              <a:rect b="b" l="l" r="r" t="t"/>
              <a:pathLst>
                <a:path extrusionOk="0" h="222" w="222">
                  <a:moveTo>
                    <a:pt x="178" y="222"/>
                  </a:moveTo>
                  <a:lnTo>
                    <a:pt x="178" y="222"/>
                  </a:lnTo>
                  <a:lnTo>
                    <a:pt x="168" y="222"/>
                  </a:lnTo>
                  <a:lnTo>
                    <a:pt x="168" y="222"/>
                  </a:lnTo>
                  <a:lnTo>
                    <a:pt x="138" y="212"/>
                  </a:lnTo>
                  <a:lnTo>
                    <a:pt x="112" y="198"/>
                  </a:lnTo>
                  <a:lnTo>
                    <a:pt x="86" y="182"/>
                  </a:lnTo>
                  <a:lnTo>
                    <a:pt x="62" y="162"/>
                  </a:lnTo>
                  <a:lnTo>
                    <a:pt x="42" y="140"/>
                  </a:lnTo>
                  <a:lnTo>
                    <a:pt x="26" y="114"/>
                  </a:lnTo>
                  <a:lnTo>
                    <a:pt x="12" y="88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0" y="50"/>
                  </a:lnTo>
                  <a:lnTo>
                    <a:pt x="0" y="40"/>
                  </a:lnTo>
                  <a:lnTo>
                    <a:pt x="2" y="32"/>
                  </a:lnTo>
                  <a:lnTo>
                    <a:pt x="6" y="24"/>
                  </a:lnTo>
                  <a:lnTo>
                    <a:pt x="10" y="18"/>
                  </a:lnTo>
                  <a:lnTo>
                    <a:pt x="16" y="12"/>
                  </a:lnTo>
                  <a:lnTo>
                    <a:pt x="22" y="6"/>
                  </a:lnTo>
                  <a:lnTo>
                    <a:pt x="30" y="2"/>
                  </a:lnTo>
                  <a:lnTo>
                    <a:pt x="30" y="2"/>
                  </a:lnTo>
                  <a:lnTo>
                    <a:pt x="38" y="0"/>
                  </a:lnTo>
                  <a:lnTo>
                    <a:pt x="48" y="0"/>
                  </a:lnTo>
                  <a:lnTo>
                    <a:pt x="56" y="2"/>
                  </a:lnTo>
                  <a:lnTo>
                    <a:pt x="66" y="6"/>
                  </a:lnTo>
                  <a:lnTo>
                    <a:pt x="72" y="10"/>
                  </a:lnTo>
                  <a:lnTo>
                    <a:pt x="78" y="16"/>
                  </a:lnTo>
                  <a:lnTo>
                    <a:pt x="84" y="24"/>
                  </a:lnTo>
                  <a:lnTo>
                    <a:pt x="86" y="34"/>
                  </a:lnTo>
                  <a:lnTo>
                    <a:pt x="86" y="34"/>
                  </a:lnTo>
                  <a:lnTo>
                    <a:pt x="92" y="52"/>
                  </a:lnTo>
                  <a:lnTo>
                    <a:pt x="102" y="68"/>
                  </a:lnTo>
                  <a:lnTo>
                    <a:pt x="112" y="84"/>
                  </a:lnTo>
                  <a:lnTo>
                    <a:pt x="124" y="98"/>
                  </a:lnTo>
                  <a:lnTo>
                    <a:pt x="138" y="110"/>
                  </a:lnTo>
                  <a:lnTo>
                    <a:pt x="154" y="122"/>
                  </a:lnTo>
                  <a:lnTo>
                    <a:pt x="170" y="130"/>
                  </a:lnTo>
                  <a:lnTo>
                    <a:pt x="188" y="136"/>
                  </a:lnTo>
                  <a:lnTo>
                    <a:pt x="188" y="136"/>
                  </a:lnTo>
                  <a:lnTo>
                    <a:pt x="196" y="138"/>
                  </a:lnTo>
                  <a:lnTo>
                    <a:pt x="204" y="144"/>
                  </a:lnTo>
                  <a:lnTo>
                    <a:pt x="210" y="148"/>
                  </a:lnTo>
                  <a:lnTo>
                    <a:pt x="216" y="154"/>
                  </a:lnTo>
                  <a:lnTo>
                    <a:pt x="220" y="162"/>
                  </a:lnTo>
                  <a:lnTo>
                    <a:pt x="222" y="170"/>
                  </a:lnTo>
                  <a:lnTo>
                    <a:pt x="222" y="178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0" y="194"/>
                  </a:lnTo>
                  <a:lnTo>
                    <a:pt x="218" y="200"/>
                  </a:lnTo>
                  <a:lnTo>
                    <a:pt x="212" y="208"/>
                  </a:lnTo>
                  <a:lnTo>
                    <a:pt x="208" y="212"/>
                  </a:lnTo>
                  <a:lnTo>
                    <a:pt x="202" y="216"/>
                  </a:lnTo>
                  <a:lnTo>
                    <a:pt x="194" y="220"/>
                  </a:lnTo>
                  <a:lnTo>
                    <a:pt x="186" y="222"/>
                  </a:lnTo>
                  <a:lnTo>
                    <a:pt x="178" y="222"/>
                  </a:lnTo>
                  <a:lnTo>
                    <a:pt x="178" y="222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8728075" y="5259388"/>
              <a:ext cx="352425" cy="352425"/>
            </a:xfrm>
            <a:custGeom>
              <a:rect b="b" l="l" r="r" t="t"/>
              <a:pathLst>
                <a:path extrusionOk="0" h="222" w="222">
                  <a:moveTo>
                    <a:pt x="178" y="222"/>
                  </a:moveTo>
                  <a:lnTo>
                    <a:pt x="178" y="222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38" y="210"/>
                  </a:lnTo>
                  <a:lnTo>
                    <a:pt x="110" y="198"/>
                  </a:lnTo>
                  <a:lnTo>
                    <a:pt x="86" y="180"/>
                  </a:lnTo>
                  <a:lnTo>
                    <a:pt x="62" y="162"/>
                  </a:lnTo>
                  <a:lnTo>
                    <a:pt x="42" y="138"/>
                  </a:lnTo>
                  <a:lnTo>
                    <a:pt x="26" y="114"/>
                  </a:lnTo>
                  <a:lnTo>
                    <a:pt x="12" y="86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0" y="48"/>
                  </a:lnTo>
                  <a:lnTo>
                    <a:pt x="0" y="40"/>
                  </a:lnTo>
                  <a:lnTo>
                    <a:pt x="2" y="32"/>
                  </a:lnTo>
                  <a:lnTo>
                    <a:pt x="4" y="24"/>
                  </a:lnTo>
                  <a:lnTo>
                    <a:pt x="8" y="16"/>
                  </a:lnTo>
                  <a:lnTo>
                    <a:pt x="14" y="10"/>
                  </a:lnTo>
                  <a:lnTo>
                    <a:pt x="22" y="6"/>
                  </a:lnTo>
                  <a:lnTo>
                    <a:pt x="30" y="2"/>
                  </a:lnTo>
                  <a:lnTo>
                    <a:pt x="30" y="2"/>
                  </a:lnTo>
                  <a:lnTo>
                    <a:pt x="38" y="0"/>
                  </a:lnTo>
                  <a:lnTo>
                    <a:pt x="48" y="0"/>
                  </a:lnTo>
                  <a:lnTo>
                    <a:pt x="56" y="0"/>
                  </a:lnTo>
                  <a:lnTo>
                    <a:pt x="64" y="4"/>
                  </a:lnTo>
                  <a:lnTo>
                    <a:pt x="72" y="10"/>
                  </a:lnTo>
                  <a:lnTo>
                    <a:pt x="78" y="16"/>
                  </a:lnTo>
                  <a:lnTo>
                    <a:pt x="82" y="24"/>
                  </a:lnTo>
                  <a:lnTo>
                    <a:pt x="86" y="32"/>
                  </a:lnTo>
                  <a:lnTo>
                    <a:pt x="86" y="32"/>
                  </a:lnTo>
                  <a:lnTo>
                    <a:pt x="92" y="50"/>
                  </a:lnTo>
                  <a:lnTo>
                    <a:pt x="100" y="68"/>
                  </a:lnTo>
                  <a:lnTo>
                    <a:pt x="110" y="84"/>
                  </a:lnTo>
                  <a:lnTo>
                    <a:pt x="124" y="98"/>
                  </a:lnTo>
                  <a:lnTo>
                    <a:pt x="138" y="110"/>
                  </a:lnTo>
                  <a:lnTo>
                    <a:pt x="154" y="120"/>
                  </a:lnTo>
                  <a:lnTo>
                    <a:pt x="170" y="128"/>
                  </a:lnTo>
                  <a:lnTo>
                    <a:pt x="188" y="136"/>
                  </a:lnTo>
                  <a:lnTo>
                    <a:pt x="188" y="136"/>
                  </a:lnTo>
                  <a:lnTo>
                    <a:pt x="196" y="138"/>
                  </a:lnTo>
                  <a:lnTo>
                    <a:pt x="204" y="142"/>
                  </a:lnTo>
                  <a:lnTo>
                    <a:pt x="210" y="148"/>
                  </a:lnTo>
                  <a:lnTo>
                    <a:pt x="214" y="154"/>
                  </a:lnTo>
                  <a:lnTo>
                    <a:pt x="218" y="160"/>
                  </a:lnTo>
                  <a:lnTo>
                    <a:pt x="222" y="168"/>
                  </a:lnTo>
                  <a:lnTo>
                    <a:pt x="222" y="176"/>
                  </a:lnTo>
                  <a:lnTo>
                    <a:pt x="222" y="184"/>
                  </a:lnTo>
                  <a:lnTo>
                    <a:pt x="222" y="184"/>
                  </a:lnTo>
                  <a:lnTo>
                    <a:pt x="220" y="192"/>
                  </a:lnTo>
                  <a:lnTo>
                    <a:pt x="216" y="200"/>
                  </a:lnTo>
                  <a:lnTo>
                    <a:pt x="212" y="206"/>
                  </a:lnTo>
                  <a:lnTo>
                    <a:pt x="206" y="212"/>
                  </a:lnTo>
                  <a:lnTo>
                    <a:pt x="200" y="216"/>
                  </a:lnTo>
                  <a:lnTo>
                    <a:pt x="194" y="220"/>
                  </a:lnTo>
                  <a:lnTo>
                    <a:pt x="186" y="222"/>
                  </a:lnTo>
                  <a:lnTo>
                    <a:pt x="178" y="222"/>
                  </a:lnTo>
                  <a:lnTo>
                    <a:pt x="178" y="222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8842375" y="5770563"/>
              <a:ext cx="352425" cy="352425"/>
            </a:xfrm>
            <a:custGeom>
              <a:rect b="b" l="l" r="r" t="t"/>
              <a:pathLst>
                <a:path extrusionOk="0" h="222" w="222">
                  <a:moveTo>
                    <a:pt x="44" y="222"/>
                  </a:moveTo>
                  <a:lnTo>
                    <a:pt x="44" y="222"/>
                  </a:lnTo>
                  <a:lnTo>
                    <a:pt x="36" y="222"/>
                  </a:lnTo>
                  <a:lnTo>
                    <a:pt x="28" y="220"/>
                  </a:lnTo>
                  <a:lnTo>
                    <a:pt x="22" y="216"/>
                  </a:lnTo>
                  <a:lnTo>
                    <a:pt x="16" y="212"/>
                  </a:lnTo>
                  <a:lnTo>
                    <a:pt x="10" y="208"/>
                  </a:lnTo>
                  <a:lnTo>
                    <a:pt x="6" y="200"/>
                  </a:lnTo>
                  <a:lnTo>
                    <a:pt x="2" y="194"/>
                  </a:lnTo>
                  <a:lnTo>
                    <a:pt x="0" y="186"/>
                  </a:lnTo>
                  <a:lnTo>
                    <a:pt x="0" y="186"/>
                  </a:lnTo>
                  <a:lnTo>
                    <a:pt x="0" y="178"/>
                  </a:lnTo>
                  <a:lnTo>
                    <a:pt x="2" y="168"/>
                  </a:lnTo>
                  <a:lnTo>
                    <a:pt x="4" y="162"/>
                  </a:lnTo>
                  <a:lnTo>
                    <a:pt x="8" y="154"/>
                  </a:lnTo>
                  <a:lnTo>
                    <a:pt x="14" y="148"/>
                  </a:lnTo>
                  <a:lnTo>
                    <a:pt x="20" y="142"/>
                  </a:lnTo>
                  <a:lnTo>
                    <a:pt x="26" y="138"/>
                  </a:lnTo>
                  <a:lnTo>
                    <a:pt x="34" y="136"/>
                  </a:lnTo>
                  <a:lnTo>
                    <a:pt x="34" y="136"/>
                  </a:lnTo>
                  <a:lnTo>
                    <a:pt x="52" y="130"/>
                  </a:lnTo>
                  <a:lnTo>
                    <a:pt x="70" y="122"/>
                  </a:lnTo>
                  <a:lnTo>
                    <a:pt x="84" y="112"/>
                  </a:lnTo>
                  <a:lnTo>
                    <a:pt x="98" y="98"/>
                  </a:lnTo>
                  <a:lnTo>
                    <a:pt x="112" y="84"/>
                  </a:lnTo>
                  <a:lnTo>
                    <a:pt x="122" y="70"/>
                  </a:lnTo>
                  <a:lnTo>
                    <a:pt x="130" y="52"/>
                  </a:lnTo>
                  <a:lnTo>
                    <a:pt x="136" y="34"/>
                  </a:lnTo>
                  <a:lnTo>
                    <a:pt x="136" y="34"/>
                  </a:lnTo>
                  <a:lnTo>
                    <a:pt x="138" y="26"/>
                  </a:lnTo>
                  <a:lnTo>
                    <a:pt x="144" y="18"/>
                  </a:lnTo>
                  <a:lnTo>
                    <a:pt x="148" y="12"/>
                  </a:lnTo>
                  <a:lnTo>
                    <a:pt x="156" y="8"/>
                  </a:lnTo>
                  <a:lnTo>
                    <a:pt x="162" y="4"/>
                  </a:lnTo>
                  <a:lnTo>
                    <a:pt x="170" y="0"/>
                  </a:lnTo>
                  <a:lnTo>
                    <a:pt x="180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96" y="4"/>
                  </a:lnTo>
                  <a:lnTo>
                    <a:pt x="204" y="8"/>
                  </a:lnTo>
                  <a:lnTo>
                    <a:pt x="210" y="14"/>
                  </a:lnTo>
                  <a:lnTo>
                    <a:pt x="216" y="20"/>
                  </a:lnTo>
                  <a:lnTo>
                    <a:pt x="220" y="28"/>
                  </a:lnTo>
                  <a:lnTo>
                    <a:pt x="222" y="36"/>
                  </a:lnTo>
                  <a:lnTo>
                    <a:pt x="222" y="46"/>
                  </a:lnTo>
                  <a:lnTo>
                    <a:pt x="222" y="54"/>
                  </a:lnTo>
                  <a:lnTo>
                    <a:pt x="222" y="54"/>
                  </a:lnTo>
                  <a:lnTo>
                    <a:pt x="212" y="84"/>
                  </a:lnTo>
                  <a:lnTo>
                    <a:pt x="198" y="112"/>
                  </a:lnTo>
                  <a:lnTo>
                    <a:pt x="182" y="138"/>
                  </a:lnTo>
                  <a:lnTo>
                    <a:pt x="162" y="160"/>
                  </a:lnTo>
                  <a:lnTo>
                    <a:pt x="138" y="182"/>
                  </a:lnTo>
                  <a:lnTo>
                    <a:pt x="112" y="198"/>
                  </a:lnTo>
                  <a:lnTo>
                    <a:pt x="84" y="212"/>
                  </a:lnTo>
                  <a:lnTo>
                    <a:pt x="54" y="222"/>
                  </a:lnTo>
                  <a:lnTo>
                    <a:pt x="54" y="222"/>
                  </a:lnTo>
                  <a:lnTo>
                    <a:pt x="44" y="222"/>
                  </a:lnTo>
                  <a:lnTo>
                    <a:pt x="44" y="222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8315325" y="6402388"/>
              <a:ext cx="352425" cy="352425"/>
            </a:xfrm>
            <a:custGeom>
              <a:rect b="b" l="l" r="r" t="t"/>
              <a:pathLst>
                <a:path extrusionOk="0" h="222" w="222">
                  <a:moveTo>
                    <a:pt x="44" y="222"/>
                  </a:moveTo>
                  <a:lnTo>
                    <a:pt x="44" y="222"/>
                  </a:lnTo>
                  <a:lnTo>
                    <a:pt x="36" y="222"/>
                  </a:lnTo>
                  <a:lnTo>
                    <a:pt x="26" y="218"/>
                  </a:lnTo>
                  <a:lnTo>
                    <a:pt x="26" y="218"/>
                  </a:lnTo>
                  <a:lnTo>
                    <a:pt x="20" y="214"/>
                  </a:lnTo>
                  <a:lnTo>
                    <a:pt x="14" y="210"/>
                  </a:lnTo>
                  <a:lnTo>
                    <a:pt x="8" y="204"/>
                  </a:lnTo>
                  <a:lnTo>
                    <a:pt x="4" y="196"/>
                  </a:lnTo>
                  <a:lnTo>
                    <a:pt x="2" y="188"/>
                  </a:lnTo>
                  <a:lnTo>
                    <a:pt x="0" y="180"/>
                  </a:lnTo>
                  <a:lnTo>
                    <a:pt x="0" y="172"/>
                  </a:lnTo>
                  <a:lnTo>
                    <a:pt x="2" y="164"/>
                  </a:lnTo>
                  <a:lnTo>
                    <a:pt x="2" y="164"/>
                  </a:lnTo>
                  <a:lnTo>
                    <a:pt x="12" y="136"/>
                  </a:lnTo>
                  <a:lnTo>
                    <a:pt x="26" y="108"/>
                  </a:lnTo>
                  <a:lnTo>
                    <a:pt x="42" y="84"/>
                  </a:lnTo>
                  <a:lnTo>
                    <a:pt x="62" y="62"/>
                  </a:lnTo>
                  <a:lnTo>
                    <a:pt x="84" y="42"/>
                  </a:lnTo>
                  <a:lnTo>
                    <a:pt x="110" y="24"/>
                  </a:lnTo>
                  <a:lnTo>
                    <a:pt x="136" y="12"/>
                  </a:lnTo>
                  <a:lnTo>
                    <a:pt x="166" y="2"/>
                  </a:lnTo>
                  <a:lnTo>
                    <a:pt x="166" y="2"/>
                  </a:lnTo>
                  <a:lnTo>
                    <a:pt x="174" y="0"/>
                  </a:lnTo>
                  <a:lnTo>
                    <a:pt x="182" y="0"/>
                  </a:lnTo>
                  <a:lnTo>
                    <a:pt x="190" y="2"/>
                  </a:lnTo>
                  <a:lnTo>
                    <a:pt x="198" y="4"/>
                  </a:lnTo>
                  <a:lnTo>
                    <a:pt x="206" y="8"/>
                  </a:lnTo>
                  <a:lnTo>
                    <a:pt x="212" y="14"/>
                  </a:lnTo>
                  <a:lnTo>
                    <a:pt x="216" y="20"/>
                  </a:lnTo>
                  <a:lnTo>
                    <a:pt x="220" y="28"/>
                  </a:lnTo>
                  <a:lnTo>
                    <a:pt x="220" y="28"/>
                  </a:lnTo>
                  <a:lnTo>
                    <a:pt x="222" y="38"/>
                  </a:lnTo>
                  <a:lnTo>
                    <a:pt x="222" y="48"/>
                  </a:lnTo>
                  <a:lnTo>
                    <a:pt x="222" y="56"/>
                  </a:lnTo>
                  <a:lnTo>
                    <a:pt x="218" y="64"/>
                  </a:lnTo>
                  <a:lnTo>
                    <a:pt x="212" y="72"/>
                  </a:lnTo>
                  <a:lnTo>
                    <a:pt x="206" y="78"/>
                  </a:lnTo>
                  <a:lnTo>
                    <a:pt x="198" y="82"/>
                  </a:lnTo>
                  <a:lnTo>
                    <a:pt x="190" y="86"/>
                  </a:lnTo>
                  <a:lnTo>
                    <a:pt x="190" y="86"/>
                  </a:lnTo>
                  <a:lnTo>
                    <a:pt x="172" y="92"/>
                  </a:lnTo>
                  <a:lnTo>
                    <a:pt x="154" y="100"/>
                  </a:lnTo>
                  <a:lnTo>
                    <a:pt x="138" y="110"/>
                  </a:lnTo>
                  <a:lnTo>
                    <a:pt x="124" y="124"/>
                  </a:lnTo>
                  <a:lnTo>
                    <a:pt x="112" y="138"/>
                  </a:lnTo>
                  <a:lnTo>
                    <a:pt x="102" y="154"/>
                  </a:lnTo>
                  <a:lnTo>
                    <a:pt x="92" y="170"/>
                  </a:lnTo>
                  <a:lnTo>
                    <a:pt x="86" y="188"/>
                  </a:lnTo>
                  <a:lnTo>
                    <a:pt x="86" y="188"/>
                  </a:lnTo>
                  <a:lnTo>
                    <a:pt x="84" y="196"/>
                  </a:lnTo>
                  <a:lnTo>
                    <a:pt x="80" y="202"/>
                  </a:lnTo>
                  <a:lnTo>
                    <a:pt x="70" y="212"/>
                  </a:lnTo>
                  <a:lnTo>
                    <a:pt x="58" y="220"/>
                  </a:lnTo>
                  <a:lnTo>
                    <a:pt x="52" y="222"/>
                  </a:lnTo>
                  <a:lnTo>
                    <a:pt x="44" y="222"/>
                  </a:lnTo>
                  <a:lnTo>
                    <a:pt x="44" y="222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8728075" y="6615113"/>
              <a:ext cx="352425" cy="352425"/>
            </a:xfrm>
            <a:custGeom>
              <a:rect b="b" l="l" r="r" t="t"/>
              <a:pathLst>
                <a:path extrusionOk="0" h="222" w="222">
                  <a:moveTo>
                    <a:pt x="178" y="222"/>
                  </a:moveTo>
                  <a:lnTo>
                    <a:pt x="178" y="222"/>
                  </a:lnTo>
                  <a:lnTo>
                    <a:pt x="172" y="222"/>
                  </a:lnTo>
                  <a:lnTo>
                    <a:pt x="164" y="220"/>
                  </a:lnTo>
                  <a:lnTo>
                    <a:pt x="152" y="214"/>
                  </a:lnTo>
                  <a:lnTo>
                    <a:pt x="142" y="204"/>
                  </a:lnTo>
                  <a:lnTo>
                    <a:pt x="138" y="198"/>
                  </a:lnTo>
                  <a:lnTo>
                    <a:pt x="136" y="190"/>
                  </a:lnTo>
                  <a:lnTo>
                    <a:pt x="136" y="190"/>
                  </a:lnTo>
                  <a:lnTo>
                    <a:pt x="130" y="172"/>
                  </a:lnTo>
                  <a:lnTo>
                    <a:pt x="122" y="154"/>
                  </a:lnTo>
                  <a:lnTo>
                    <a:pt x="112" y="138"/>
                  </a:lnTo>
                  <a:lnTo>
                    <a:pt x="100" y="124"/>
                  </a:lnTo>
                  <a:lnTo>
                    <a:pt x="86" y="112"/>
                  </a:lnTo>
                  <a:lnTo>
                    <a:pt x="70" y="102"/>
                  </a:lnTo>
                  <a:lnTo>
                    <a:pt x="52" y="94"/>
                  </a:lnTo>
                  <a:lnTo>
                    <a:pt x="34" y="86"/>
                  </a:lnTo>
                  <a:lnTo>
                    <a:pt x="34" y="86"/>
                  </a:lnTo>
                  <a:lnTo>
                    <a:pt x="26" y="84"/>
                  </a:lnTo>
                  <a:lnTo>
                    <a:pt x="18" y="80"/>
                  </a:lnTo>
                  <a:lnTo>
                    <a:pt x="12" y="74"/>
                  </a:lnTo>
                  <a:lnTo>
                    <a:pt x="8" y="68"/>
                  </a:lnTo>
                  <a:lnTo>
                    <a:pt x="4" y="60"/>
                  </a:lnTo>
                  <a:lnTo>
                    <a:pt x="0" y="52"/>
                  </a:lnTo>
                  <a:lnTo>
                    <a:pt x="0" y="44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14" y="12"/>
                  </a:lnTo>
                  <a:lnTo>
                    <a:pt x="20" y="6"/>
                  </a:lnTo>
                  <a:lnTo>
                    <a:pt x="28" y="2"/>
                  </a:lnTo>
                  <a:lnTo>
                    <a:pt x="36" y="0"/>
                  </a:lnTo>
                  <a:lnTo>
                    <a:pt x="46" y="0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84" y="12"/>
                  </a:lnTo>
                  <a:lnTo>
                    <a:pt x="112" y="24"/>
                  </a:lnTo>
                  <a:lnTo>
                    <a:pt x="138" y="42"/>
                  </a:lnTo>
                  <a:lnTo>
                    <a:pt x="160" y="60"/>
                  </a:lnTo>
                  <a:lnTo>
                    <a:pt x="180" y="84"/>
                  </a:lnTo>
                  <a:lnTo>
                    <a:pt x="198" y="108"/>
                  </a:lnTo>
                  <a:lnTo>
                    <a:pt x="210" y="136"/>
                  </a:lnTo>
                  <a:lnTo>
                    <a:pt x="220" y="166"/>
                  </a:lnTo>
                  <a:lnTo>
                    <a:pt x="220" y="166"/>
                  </a:lnTo>
                  <a:lnTo>
                    <a:pt x="222" y="174"/>
                  </a:lnTo>
                  <a:lnTo>
                    <a:pt x="222" y="182"/>
                  </a:lnTo>
                  <a:lnTo>
                    <a:pt x="222" y="190"/>
                  </a:lnTo>
                  <a:lnTo>
                    <a:pt x="218" y="198"/>
                  </a:lnTo>
                  <a:lnTo>
                    <a:pt x="214" y="204"/>
                  </a:lnTo>
                  <a:lnTo>
                    <a:pt x="210" y="210"/>
                  </a:lnTo>
                  <a:lnTo>
                    <a:pt x="204" y="216"/>
                  </a:lnTo>
                  <a:lnTo>
                    <a:pt x="196" y="220"/>
                  </a:lnTo>
                  <a:lnTo>
                    <a:pt x="196" y="220"/>
                  </a:lnTo>
                  <a:lnTo>
                    <a:pt x="188" y="222"/>
                  </a:lnTo>
                  <a:lnTo>
                    <a:pt x="178" y="222"/>
                  </a:lnTo>
                  <a:lnTo>
                    <a:pt x="178" y="222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8499475" y="7132638"/>
              <a:ext cx="352425" cy="352425"/>
            </a:xfrm>
            <a:custGeom>
              <a:rect b="b" l="l" r="r" t="t"/>
              <a:pathLst>
                <a:path extrusionOk="0" h="222" w="222">
                  <a:moveTo>
                    <a:pt x="178" y="222"/>
                  </a:moveTo>
                  <a:lnTo>
                    <a:pt x="178" y="222"/>
                  </a:lnTo>
                  <a:lnTo>
                    <a:pt x="172" y="222"/>
                  </a:lnTo>
                  <a:lnTo>
                    <a:pt x="164" y="220"/>
                  </a:lnTo>
                  <a:lnTo>
                    <a:pt x="152" y="212"/>
                  </a:lnTo>
                  <a:lnTo>
                    <a:pt x="142" y="202"/>
                  </a:lnTo>
                  <a:lnTo>
                    <a:pt x="138" y="196"/>
                  </a:lnTo>
                  <a:lnTo>
                    <a:pt x="136" y="188"/>
                  </a:lnTo>
                  <a:lnTo>
                    <a:pt x="136" y="188"/>
                  </a:lnTo>
                  <a:lnTo>
                    <a:pt x="130" y="170"/>
                  </a:lnTo>
                  <a:lnTo>
                    <a:pt x="122" y="154"/>
                  </a:lnTo>
                  <a:lnTo>
                    <a:pt x="112" y="138"/>
                  </a:lnTo>
                  <a:lnTo>
                    <a:pt x="100" y="124"/>
                  </a:lnTo>
                  <a:lnTo>
                    <a:pt x="86" y="112"/>
                  </a:lnTo>
                  <a:lnTo>
                    <a:pt x="70" y="100"/>
                  </a:lnTo>
                  <a:lnTo>
                    <a:pt x="52" y="92"/>
                  </a:lnTo>
                  <a:lnTo>
                    <a:pt x="34" y="86"/>
                  </a:lnTo>
                  <a:lnTo>
                    <a:pt x="34" y="86"/>
                  </a:lnTo>
                  <a:lnTo>
                    <a:pt x="26" y="82"/>
                  </a:lnTo>
                  <a:lnTo>
                    <a:pt x="18" y="78"/>
                  </a:lnTo>
                  <a:lnTo>
                    <a:pt x="12" y="74"/>
                  </a:lnTo>
                  <a:lnTo>
                    <a:pt x="8" y="66"/>
                  </a:lnTo>
                  <a:lnTo>
                    <a:pt x="4" y="60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4" y="26"/>
                  </a:lnTo>
                  <a:lnTo>
                    <a:pt x="8" y="18"/>
                  </a:lnTo>
                  <a:lnTo>
                    <a:pt x="14" y="12"/>
                  </a:lnTo>
                  <a:lnTo>
                    <a:pt x="20" y="6"/>
                  </a:lnTo>
                  <a:lnTo>
                    <a:pt x="28" y="2"/>
                  </a:lnTo>
                  <a:lnTo>
                    <a:pt x="36" y="0"/>
                  </a:lnTo>
                  <a:lnTo>
                    <a:pt x="4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84" y="10"/>
                  </a:lnTo>
                  <a:lnTo>
                    <a:pt x="112" y="24"/>
                  </a:lnTo>
                  <a:lnTo>
                    <a:pt x="138" y="40"/>
                  </a:lnTo>
                  <a:lnTo>
                    <a:pt x="160" y="60"/>
                  </a:lnTo>
                  <a:lnTo>
                    <a:pt x="180" y="82"/>
                  </a:lnTo>
                  <a:lnTo>
                    <a:pt x="198" y="108"/>
                  </a:lnTo>
                  <a:lnTo>
                    <a:pt x="210" y="134"/>
                  </a:lnTo>
                  <a:lnTo>
                    <a:pt x="220" y="164"/>
                  </a:lnTo>
                  <a:lnTo>
                    <a:pt x="220" y="164"/>
                  </a:lnTo>
                  <a:lnTo>
                    <a:pt x="222" y="172"/>
                  </a:lnTo>
                  <a:lnTo>
                    <a:pt x="222" y="180"/>
                  </a:lnTo>
                  <a:lnTo>
                    <a:pt x="222" y="188"/>
                  </a:lnTo>
                  <a:lnTo>
                    <a:pt x="218" y="196"/>
                  </a:lnTo>
                  <a:lnTo>
                    <a:pt x="214" y="204"/>
                  </a:lnTo>
                  <a:lnTo>
                    <a:pt x="210" y="210"/>
                  </a:lnTo>
                  <a:lnTo>
                    <a:pt x="204" y="214"/>
                  </a:lnTo>
                  <a:lnTo>
                    <a:pt x="196" y="218"/>
                  </a:lnTo>
                  <a:lnTo>
                    <a:pt x="196" y="218"/>
                  </a:lnTo>
                  <a:lnTo>
                    <a:pt x="188" y="222"/>
                  </a:lnTo>
                  <a:lnTo>
                    <a:pt x="178" y="222"/>
                  </a:lnTo>
                  <a:lnTo>
                    <a:pt x="178" y="222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6943725" y="5243513"/>
              <a:ext cx="825500" cy="2197100"/>
            </a:xfrm>
            <a:custGeom>
              <a:rect b="b" l="l" r="r" t="t"/>
              <a:pathLst>
                <a:path extrusionOk="0" h="1384" w="520">
                  <a:moveTo>
                    <a:pt x="404" y="880"/>
                  </a:moveTo>
                  <a:lnTo>
                    <a:pt x="404" y="880"/>
                  </a:lnTo>
                  <a:lnTo>
                    <a:pt x="416" y="880"/>
                  </a:lnTo>
                  <a:lnTo>
                    <a:pt x="430" y="878"/>
                  </a:lnTo>
                  <a:lnTo>
                    <a:pt x="442" y="874"/>
                  </a:lnTo>
                  <a:lnTo>
                    <a:pt x="452" y="870"/>
                  </a:lnTo>
                  <a:lnTo>
                    <a:pt x="464" y="864"/>
                  </a:lnTo>
                  <a:lnTo>
                    <a:pt x="474" y="856"/>
                  </a:lnTo>
                  <a:lnTo>
                    <a:pt x="484" y="848"/>
                  </a:lnTo>
                  <a:lnTo>
                    <a:pt x="492" y="840"/>
                  </a:lnTo>
                  <a:lnTo>
                    <a:pt x="500" y="830"/>
                  </a:lnTo>
                  <a:lnTo>
                    <a:pt x="506" y="820"/>
                  </a:lnTo>
                  <a:lnTo>
                    <a:pt x="512" y="808"/>
                  </a:lnTo>
                  <a:lnTo>
                    <a:pt x="516" y="798"/>
                  </a:lnTo>
                  <a:lnTo>
                    <a:pt x="518" y="784"/>
                  </a:lnTo>
                  <a:lnTo>
                    <a:pt x="520" y="772"/>
                  </a:lnTo>
                  <a:lnTo>
                    <a:pt x="520" y="760"/>
                  </a:lnTo>
                  <a:lnTo>
                    <a:pt x="518" y="746"/>
                  </a:lnTo>
                  <a:lnTo>
                    <a:pt x="518" y="746"/>
                  </a:lnTo>
                  <a:lnTo>
                    <a:pt x="514" y="726"/>
                  </a:lnTo>
                  <a:lnTo>
                    <a:pt x="504" y="706"/>
                  </a:lnTo>
                  <a:lnTo>
                    <a:pt x="494" y="690"/>
                  </a:lnTo>
                  <a:lnTo>
                    <a:pt x="478" y="676"/>
                  </a:lnTo>
                  <a:lnTo>
                    <a:pt x="462" y="664"/>
                  </a:lnTo>
                  <a:lnTo>
                    <a:pt x="444" y="656"/>
                  </a:lnTo>
                  <a:lnTo>
                    <a:pt x="424" y="650"/>
                  </a:lnTo>
                  <a:lnTo>
                    <a:pt x="402" y="648"/>
                  </a:lnTo>
                  <a:lnTo>
                    <a:pt x="402" y="648"/>
                  </a:lnTo>
                  <a:lnTo>
                    <a:pt x="386" y="650"/>
                  </a:lnTo>
                  <a:lnTo>
                    <a:pt x="372" y="652"/>
                  </a:lnTo>
                  <a:lnTo>
                    <a:pt x="218" y="460"/>
                  </a:lnTo>
                  <a:lnTo>
                    <a:pt x="218" y="460"/>
                  </a:lnTo>
                  <a:lnTo>
                    <a:pt x="224" y="448"/>
                  </a:lnTo>
                  <a:lnTo>
                    <a:pt x="228" y="434"/>
                  </a:lnTo>
                  <a:lnTo>
                    <a:pt x="232" y="420"/>
                  </a:lnTo>
                  <a:lnTo>
                    <a:pt x="232" y="404"/>
                  </a:lnTo>
                  <a:lnTo>
                    <a:pt x="232" y="404"/>
                  </a:lnTo>
                  <a:lnTo>
                    <a:pt x="230" y="380"/>
                  </a:lnTo>
                  <a:lnTo>
                    <a:pt x="224" y="360"/>
                  </a:lnTo>
                  <a:lnTo>
                    <a:pt x="360" y="224"/>
                  </a:lnTo>
                  <a:lnTo>
                    <a:pt x="360" y="224"/>
                  </a:lnTo>
                  <a:lnTo>
                    <a:pt x="372" y="228"/>
                  </a:lnTo>
                  <a:lnTo>
                    <a:pt x="386" y="230"/>
                  </a:lnTo>
                  <a:lnTo>
                    <a:pt x="402" y="232"/>
                  </a:lnTo>
                  <a:lnTo>
                    <a:pt x="416" y="232"/>
                  </a:lnTo>
                  <a:lnTo>
                    <a:pt x="416" y="232"/>
                  </a:lnTo>
                  <a:lnTo>
                    <a:pt x="438" y="226"/>
                  </a:lnTo>
                  <a:lnTo>
                    <a:pt x="458" y="218"/>
                  </a:lnTo>
                  <a:lnTo>
                    <a:pt x="476" y="208"/>
                  </a:lnTo>
                  <a:lnTo>
                    <a:pt x="490" y="192"/>
                  </a:lnTo>
                  <a:lnTo>
                    <a:pt x="504" y="176"/>
                  </a:lnTo>
                  <a:lnTo>
                    <a:pt x="512" y="156"/>
                  </a:lnTo>
                  <a:lnTo>
                    <a:pt x="518" y="136"/>
                  </a:lnTo>
                  <a:lnTo>
                    <a:pt x="520" y="114"/>
                  </a:lnTo>
                  <a:lnTo>
                    <a:pt x="520" y="114"/>
                  </a:lnTo>
                  <a:lnTo>
                    <a:pt x="518" y="90"/>
                  </a:lnTo>
                  <a:lnTo>
                    <a:pt x="510" y="70"/>
                  </a:lnTo>
                  <a:lnTo>
                    <a:pt x="500" y="50"/>
                  </a:lnTo>
                  <a:lnTo>
                    <a:pt x="486" y="34"/>
                  </a:lnTo>
                  <a:lnTo>
                    <a:pt x="470" y="20"/>
                  </a:lnTo>
                  <a:lnTo>
                    <a:pt x="450" y="10"/>
                  </a:lnTo>
                  <a:lnTo>
                    <a:pt x="430" y="2"/>
                  </a:lnTo>
                  <a:lnTo>
                    <a:pt x="406" y="0"/>
                  </a:lnTo>
                  <a:lnTo>
                    <a:pt x="406" y="0"/>
                  </a:lnTo>
                  <a:lnTo>
                    <a:pt x="384" y="2"/>
                  </a:lnTo>
                  <a:lnTo>
                    <a:pt x="364" y="8"/>
                  </a:lnTo>
                  <a:lnTo>
                    <a:pt x="344" y="16"/>
                  </a:lnTo>
                  <a:lnTo>
                    <a:pt x="328" y="30"/>
                  </a:lnTo>
                  <a:lnTo>
                    <a:pt x="312" y="44"/>
                  </a:lnTo>
                  <a:lnTo>
                    <a:pt x="302" y="62"/>
                  </a:lnTo>
                  <a:lnTo>
                    <a:pt x="294" y="82"/>
                  </a:lnTo>
                  <a:lnTo>
                    <a:pt x="288" y="104"/>
                  </a:lnTo>
                  <a:lnTo>
                    <a:pt x="288" y="104"/>
                  </a:lnTo>
                  <a:lnTo>
                    <a:pt x="288" y="118"/>
                  </a:lnTo>
                  <a:lnTo>
                    <a:pt x="290" y="134"/>
                  </a:lnTo>
                  <a:lnTo>
                    <a:pt x="292" y="148"/>
                  </a:lnTo>
                  <a:lnTo>
                    <a:pt x="296" y="160"/>
                  </a:lnTo>
                  <a:lnTo>
                    <a:pt x="160" y="296"/>
                  </a:lnTo>
                  <a:lnTo>
                    <a:pt x="160" y="296"/>
                  </a:lnTo>
                  <a:lnTo>
                    <a:pt x="148" y="292"/>
                  </a:lnTo>
                  <a:lnTo>
                    <a:pt x="134" y="290"/>
                  </a:lnTo>
                  <a:lnTo>
                    <a:pt x="118" y="288"/>
                  </a:lnTo>
                  <a:lnTo>
                    <a:pt x="104" y="288"/>
                  </a:lnTo>
                  <a:lnTo>
                    <a:pt x="104" y="288"/>
                  </a:lnTo>
                  <a:lnTo>
                    <a:pt x="82" y="294"/>
                  </a:lnTo>
                  <a:lnTo>
                    <a:pt x="62" y="302"/>
                  </a:lnTo>
                  <a:lnTo>
                    <a:pt x="44" y="314"/>
                  </a:lnTo>
                  <a:lnTo>
                    <a:pt x="28" y="328"/>
                  </a:lnTo>
                  <a:lnTo>
                    <a:pt x="16" y="346"/>
                  </a:lnTo>
                  <a:lnTo>
                    <a:pt x="6" y="366"/>
                  </a:lnTo>
                  <a:lnTo>
                    <a:pt x="2" y="386"/>
                  </a:lnTo>
                  <a:lnTo>
                    <a:pt x="0" y="410"/>
                  </a:lnTo>
                  <a:lnTo>
                    <a:pt x="0" y="410"/>
                  </a:lnTo>
                  <a:lnTo>
                    <a:pt x="4" y="432"/>
                  </a:lnTo>
                  <a:lnTo>
                    <a:pt x="10" y="452"/>
                  </a:lnTo>
                  <a:lnTo>
                    <a:pt x="22" y="472"/>
                  </a:lnTo>
                  <a:lnTo>
                    <a:pt x="36" y="488"/>
                  </a:lnTo>
                  <a:lnTo>
                    <a:pt x="52" y="502"/>
                  </a:lnTo>
                  <a:lnTo>
                    <a:pt x="72" y="512"/>
                  </a:lnTo>
                  <a:lnTo>
                    <a:pt x="94" y="518"/>
                  </a:lnTo>
                  <a:lnTo>
                    <a:pt x="116" y="520"/>
                  </a:lnTo>
                  <a:lnTo>
                    <a:pt x="116" y="520"/>
                  </a:lnTo>
                  <a:lnTo>
                    <a:pt x="132" y="518"/>
                  </a:lnTo>
                  <a:lnTo>
                    <a:pt x="148" y="516"/>
                  </a:lnTo>
                  <a:lnTo>
                    <a:pt x="302" y="708"/>
                  </a:lnTo>
                  <a:lnTo>
                    <a:pt x="302" y="708"/>
                  </a:lnTo>
                  <a:lnTo>
                    <a:pt x="296" y="720"/>
                  </a:lnTo>
                  <a:lnTo>
                    <a:pt x="292" y="734"/>
                  </a:lnTo>
                  <a:lnTo>
                    <a:pt x="288" y="748"/>
                  </a:lnTo>
                  <a:lnTo>
                    <a:pt x="288" y="764"/>
                  </a:lnTo>
                  <a:lnTo>
                    <a:pt x="288" y="764"/>
                  </a:lnTo>
                  <a:lnTo>
                    <a:pt x="290" y="788"/>
                  </a:lnTo>
                  <a:lnTo>
                    <a:pt x="296" y="808"/>
                  </a:lnTo>
                  <a:lnTo>
                    <a:pt x="160" y="944"/>
                  </a:lnTo>
                  <a:lnTo>
                    <a:pt x="160" y="944"/>
                  </a:lnTo>
                  <a:lnTo>
                    <a:pt x="148" y="940"/>
                  </a:lnTo>
                  <a:lnTo>
                    <a:pt x="134" y="938"/>
                  </a:lnTo>
                  <a:lnTo>
                    <a:pt x="118" y="936"/>
                  </a:lnTo>
                  <a:lnTo>
                    <a:pt x="104" y="936"/>
                  </a:lnTo>
                  <a:lnTo>
                    <a:pt x="104" y="936"/>
                  </a:lnTo>
                  <a:lnTo>
                    <a:pt x="82" y="942"/>
                  </a:lnTo>
                  <a:lnTo>
                    <a:pt x="62" y="950"/>
                  </a:lnTo>
                  <a:lnTo>
                    <a:pt x="44" y="962"/>
                  </a:lnTo>
                  <a:lnTo>
                    <a:pt x="28" y="976"/>
                  </a:lnTo>
                  <a:lnTo>
                    <a:pt x="16" y="994"/>
                  </a:lnTo>
                  <a:lnTo>
                    <a:pt x="6" y="1014"/>
                  </a:lnTo>
                  <a:lnTo>
                    <a:pt x="2" y="1034"/>
                  </a:lnTo>
                  <a:lnTo>
                    <a:pt x="0" y="1058"/>
                  </a:lnTo>
                  <a:lnTo>
                    <a:pt x="0" y="1058"/>
                  </a:lnTo>
                  <a:lnTo>
                    <a:pt x="4" y="1080"/>
                  </a:lnTo>
                  <a:lnTo>
                    <a:pt x="10" y="1100"/>
                  </a:lnTo>
                  <a:lnTo>
                    <a:pt x="22" y="1120"/>
                  </a:lnTo>
                  <a:lnTo>
                    <a:pt x="36" y="1136"/>
                  </a:lnTo>
                  <a:lnTo>
                    <a:pt x="52" y="1150"/>
                  </a:lnTo>
                  <a:lnTo>
                    <a:pt x="72" y="1160"/>
                  </a:lnTo>
                  <a:lnTo>
                    <a:pt x="94" y="1166"/>
                  </a:lnTo>
                  <a:lnTo>
                    <a:pt x="116" y="1168"/>
                  </a:lnTo>
                  <a:lnTo>
                    <a:pt x="116" y="1168"/>
                  </a:lnTo>
                  <a:lnTo>
                    <a:pt x="132" y="1166"/>
                  </a:lnTo>
                  <a:lnTo>
                    <a:pt x="148" y="1164"/>
                  </a:lnTo>
                  <a:lnTo>
                    <a:pt x="162" y="1158"/>
                  </a:lnTo>
                  <a:lnTo>
                    <a:pt x="176" y="1152"/>
                  </a:lnTo>
                  <a:lnTo>
                    <a:pt x="292" y="1238"/>
                  </a:lnTo>
                  <a:lnTo>
                    <a:pt x="292" y="1238"/>
                  </a:lnTo>
                  <a:lnTo>
                    <a:pt x="288" y="1254"/>
                  </a:lnTo>
                  <a:lnTo>
                    <a:pt x="288" y="1268"/>
                  </a:lnTo>
                  <a:lnTo>
                    <a:pt x="288" y="1268"/>
                  </a:lnTo>
                  <a:lnTo>
                    <a:pt x="290" y="1288"/>
                  </a:lnTo>
                  <a:lnTo>
                    <a:pt x="296" y="1308"/>
                  </a:lnTo>
                  <a:lnTo>
                    <a:pt x="304" y="1328"/>
                  </a:lnTo>
                  <a:lnTo>
                    <a:pt x="316" y="1344"/>
                  </a:lnTo>
                  <a:lnTo>
                    <a:pt x="330" y="1358"/>
                  </a:lnTo>
                  <a:lnTo>
                    <a:pt x="346" y="1368"/>
                  </a:lnTo>
                  <a:lnTo>
                    <a:pt x="364" y="1378"/>
                  </a:lnTo>
                  <a:lnTo>
                    <a:pt x="384" y="1382"/>
                  </a:lnTo>
                  <a:lnTo>
                    <a:pt x="384" y="1382"/>
                  </a:lnTo>
                  <a:lnTo>
                    <a:pt x="400" y="1384"/>
                  </a:lnTo>
                  <a:lnTo>
                    <a:pt x="414" y="1384"/>
                  </a:lnTo>
                  <a:lnTo>
                    <a:pt x="426" y="1382"/>
                  </a:lnTo>
                  <a:lnTo>
                    <a:pt x="440" y="1378"/>
                  </a:lnTo>
                  <a:lnTo>
                    <a:pt x="452" y="1374"/>
                  </a:lnTo>
                  <a:lnTo>
                    <a:pt x="464" y="1368"/>
                  </a:lnTo>
                  <a:lnTo>
                    <a:pt x="474" y="1360"/>
                  </a:lnTo>
                  <a:lnTo>
                    <a:pt x="484" y="1352"/>
                  </a:lnTo>
                  <a:lnTo>
                    <a:pt x="494" y="1342"/>
                  </a:lnTo>
                  <a:lnTo>
                    <a:pt x="502" y="1332"/>
                  </a:lnTo>
                  <a:lnTo>
                    <a:pt x="508" y="1320"/>
                  </a:lnTo>
                  <a:lnTo>
                    <a:pt x="514" y="1308"/>
                  </a:lnTo>
                  <a:lnTo>
                    <a:pt x="516" y="1294"/>
                  </a:lnTo>
                  <a:lnTo>
                    <a:pt x="520" y="1282"/>
                  </a:lnTo>
                  <a:lnTo>
                    <a:pt x="520" y="1268"/>
                  </a:lnTo>
                  <a:lnTo>
                    <a:pt x="520" y="1254"/>
                  </a:lnTo>
                  <a:lnTo>
                    <a:pt x="520" y="1254"/>
                  </a:lnTo>
                  <a:lnTo>
                    <a:pt x="516" y="1234"/>
                  </a:lnTo>
                  <a:lnTo>
                    <a:pt x="508" y="1216"/>
                  </a:lnTo>
                  <a:lnTo>
                    <a:pt x="498" y="1200"/>
                  </a:lnTo>
                  <a:lnTo>
                    <a:pt x="486" y="1186"/>
                  </a:lnTo>
                  <a:lnTo>
                    <a:pt x="472" y="1174"/>
                  </a:lnTo>
                  <a:lnTo>
                    <a:pt x="456" y="1164"/>
                  </a:lnTo>
                  <a:lnTo>
                    <a:pt x="438" y="1158"/>
                  </a:lnTo>
                  <a:lnTo>
                    <a:pt x="420" y="1152"/>
                  </a:lnTo>
                  <a:lnTo>
                    <a:pt x="420" y="1152"/>
                  </a:lnTo>
                  <a:lnTo>
                    <a:pt x="398" y="1152"/>
                  </a:lnTo>
                  <a:lnTo>
                    <a:pt x="380" y="1154"/>
                  </a:lnTo>
                  <a:lnTo>
                    <a:pt x="362" y="1160"/>
                  </a:lnTo>
                  <a:lnTo>
                    <a:pt x="344" y="1168"/>
                  </a:lnTo>
                  <a:lnTo>
                    <a:pt x="228" y="1082"/>
                  </a:lnTo>
                  <a:lnTo>
                    <a:pt x="228" y="1082"/>
                  </a:lnTo>
                  <a:lnTo>
                    <a:pt x="232" y="1066"/>
                  </a:lnTo>
                  <a:lnTo>
                    <a:pt x="232" y="1052"/>
                  </a:lnTo>
                  <a:lnTo>
                    <a:pt x="232" y="1052"/>
                  </a:lnTo>
                  <a:lnTo>
                    <a:pt x="230" y="1028"/>
                  </a:lnTo>
                  <a:lnTo>
                    <a:pt x="222" y="1008"/>
                  </a:lnTo>
                  <a:lnTo>
                    <a:pt x="360" y="872"/>
                  </a:lnTo>
                  <a:lnTo>
                    <a:pt x="360" y="872"/>
                  </a:lnTo>
                  <a:lnTo>
                    <a:pt x="380" y="878"/>
                  </a:lnTo>
                  <a:lnTo>
                    <a:pt x="404" y="880"/>
                  </a:lnTo>
                  <a:lnTo>
                    <a:pt x="404" y="880"/>
                  </a:lnTo>
                  <a:close/>
                  <a:moveTo>
                    <a:pt x="398" y="736"/>
                  </a:moveTo>
                  <a:lnTo>
                    <a:pt x="398" y="736"/>
                  </a:lnTo>
                  <a:lnTo>
                    <a:pt x="406" y="736"/>
                  </a:lnTo>
                  <a:lnTo>
                    <a:pt x="412" y="738"/>
                  </a:lnTo>
                  <a:lnTo>
                    <a:pt x="418" y="740"/>
                  </a:lnTo>
                  <a:lnTo>
                    <a:pt x="424" y="744"/>
                  </a:lnTo>
                  <a:lnTo>
                    <a:pt x="428" y="750"/>
                  </a:lnTo>
                  <a:lnTo>
                    <a:pt x="430" y="756"/>
                  </a:lnTo>
                  <a:lnTo>
                    <a:pt x="432" y="762"/>
                  </a:lnTo>
                  <a:lnTo>
                    <a:pt x="432" y="770"/>
                  </a:lnTo>
                  <a:lnTo>
                    <a:pt x="432" y="770"/>
                  </a:lnTo>
                  <a:lnTo>
                    <a:pt x="428" y="778"/>
                  </a:lnTo>
                  <a:lnTo>
                    <a:pt x="424" y="784"/>
                  </a:lnTo>
                  <a:lnTo>
                    <a:pt x="418" y="788"/>
                  </a:lnTo>
                  <a:lnTo>
                    <a:pt x="410" y="792"/>
                  </a:lnTo>
                  <a:lnTo>
                    <a:pt x="410" y="792"/>
                  </a:lnTo>
                  <a:lnTo>
                    <a:pt x="402" y="792"/>
                  </a:lnTo>
                  <a:lnTo>
                    <a:pt x="396" y="790"/>
                  </a:lnTo>
                  <a:lnTo>
                    <a:pt x="390" y="788"/>
                  </a:lnTo>
                  <a:lnTo>
                    <a:pt x="384" y="784"/>
                  </a:lnTo>
                  <a:lnTo>
                    <a:pt x="380" y="778"/>
                  </a:lnTo>
                  <a:lnTo>
                    <a:pt x="378" y="772"/>
                  </a:lnTo>
                  <a:lnTo>
                    <a:pt x="376" y="766"/>
                  </a:lnTo>
                  <a:lnTo>
                    <a:pt x="376" y="758"/>
                  </a:lnTo>
                  <a:lnTo>
                    <a:pt x="376" y="758"/>
                  </a:lnTo>
                  <a:lnTo>
                    <a:pt x="380" y="750"/>
                  </a:lnTo>
                  <a:lnTo>
                    <a:pt x="384" y="744"/>
                  </a:lnTo>
                  <a:lnTo>
                    <a:pt x="390" y="740"/>
                  </a:lnTo>
                  <a:lnTo>
                    <a:pt x="398" y="736"/>
                  </a:lnTo>
                  <a:lnTo>
                    <a:pt x="398" y="736"/>
                  </a:lnTo>
                  <a:close/>
                  <a:moveTo>
                    <a:pt x="398" y="88"/>
                  </a:moveTo>
                  <a:lnTo>
                    <a:pt x="398" y="88"/>
                  </a:lnTo>
                  <a:lnTo>
                    <a:pt x="406" y="88"/>
                  </a:lnTo>
                  <a:lnTo>
                    <a:pt x="412" y="90"/>
                  </a:lnTo>
                  <a:lnTo>
                    <a:pt x="418" y="92"/>
                  </a:lnTo>
                  <a:lnTo>
                    <a:pt x="424" y="96"/>
                  </a:lnTo>
                  <a:lnTo>
                    <a:pt x="428" y="102"/>
                  </a:lnTo>
                  <a:lnTo>
                    <a:pt x="430" y="108"/>
                  </a:lnTo>
                  <a:lnTo>
                    <a:pt x="432" y="114"/>
                  </a:lnTo>
                  <a:lnTo>
                    <a:pt x="432" y="122"/>
                  </a:lnTo>
                  <a:lnTo>
                    <a:pt x="432" y="122"/>
                  </a:lnTo>
                  <a:lnTo>
                    <a:pt x="428" y="130"/>
                  </a:lnTo>
                  <a:lnTo>
                    <a:pt x="424" y="136"/>
                  </a:lnTo>
                  <a:lnTo>
                    <a:pt x="418" y="140"/>
                  </a:lnTo>
                  <a:lnTo>
                    <a:pt x="410" y="144"/>
                  </a:lnTo>
                  <a:lnTo>
                    <a:pt x="410" y="144"/>
                  </a:lnTo>
                  <a:lnTo>
                    <a:pt x="402" y="144"/>
                  </a:lnTo>
                  <a:lnTo>
                    <a:pt x="396" y="142"/>
                  </a:lnTo>
                  <a:lnTo>
                    <a:pt x="390" y="140"/>
                  </a:lnTo>
                  <a:lnTo>
                    <a:pt x="384" y="136"/>
                  </a:lnTo>
                  <a:lnTo>
                    <a:pt x="380" y="130"/>
                  </a:lnTo>
                  <a:lnTo>
                    <a:pt x="378" y="124"/>
                  </a:lnTo>
                  <a:lnTo>
                    <a:pt x="376" y="118"/>
                  </a:lnTo>
                  <a:lnTo>
                    <a:pt x="376" y="110"/>
                  </a:lnTo>
                  <a:lnTo>
                    <a:pt x="376" y="110"/>
                  </a:lnTo>
                  <a:lnTo>
                    <a:pt x="380" y="102"/>
                  </a:lnTo>
                  <a:lnTo>
                    <a:pt x="384" y="96"/>
                  </a:lnTo>
                  <a:lnTo>
                    <a:pt x="390" y="92"/>
                  </a:lnTo>
                  <a:lnTo>
                    <a:pt x="398" y="88"/>
                  </a:lnTo>
                  <a:lnTo>
                    <a:pt x="398" y="88"/>
                  </a:lnTo>
                  <a:close/>
                  <a:moveTo>
                    <a:pt x="122" y="432"/>
                  </a:moveTo>
                  <a:lnTo>
                    <a:pt x="122" y="432"/>
                  </a:lnTo>
                  <a:lnTo>
                    <a:pt x="114" y="432"/>
                  </a:lnTo>
                  <a:lnTo>
                    <a:pt x="108" y="430"/>
                  </a:lnTo>
                  <a:lnTo>
                    <a:pt x="102" y="428"/>
                  </a:lnTo>
                  <a:lnTo>
                    <a:pt x="96" y="424"/>
                  </a:lnTo>
                  <a:lnTo>
                    <a:pt x="92" y="418"/>
                  </a:lnTo>
                  <a:lnTo>
                    <a:pt x="90" y="412"/>
                  </a:lnTo>
                  <a:lnTo>
                    <a:pt x="88" y="406"/>
                  </a:lnTo>
                  <a:lnTo>
                    <a:pt x="88" y="398"/>
                  </a:lnTo>
                  <a:lnTo>
                    <a:pt x="88" y="398"/>
                  </a:lnTo>
                  <a:lnTo>
                    <a:pt x="92" y="390"/>
                  </a:lnTo>
                  <a:lnTo>
                    <a:pt x="96" y="384"/>
                  </a:lnTo>
                  <a:lnTo>
                    <a:pt x="102" y="380"/>
                  </a:lnTo>
                  <a:lnTo>
                    <a:pt x="110" y="376"/>
                  </a:lnTo>
                  <a:lnTo>
                    <a:pt x="110" y="376"/>
                  </a:lnTo>
                  <a:lnTo>
                    <a:pt x="118" y="376"/>
                  </a:lnTo>
                  <a:lnTo>
                    <a:pt x="124" y="378"/>
                  </a:lnTo>
                  <a:lnTo>
                    <a:pt x="130" y="380"/>
                  </a:lnTo>
                  <a:lnTo>
                    <a:pt x="136" y="384"/>
                  </a:lnTo>
                  <a:lnTo>
                    <a:pt x="140" y="390"/>
                  </a:lnTo>
                  <a:lnTo>
                    <a:pt x="142" y="396"/>
                  </a:lnTo>
                  <a:lnTo>
                    <a:pt x="144" y="402"/>
                  </a:lnTo>
                  <a:lnTo>
                    <a:pt x="144" y="410"/>
                  </a:lnTo>
                  <a:lnTo>
                    <a:pt x="144" y="410"/>
                  </a:lnTo>
                  <a:lnTo>
                    <a:pt x="140" y="418"/>
                  </a:lnTo>
                  <a:lnTo>
                    <a:pt x="136" y="424"/>
                  </a:lnTo>
                  <a:lnTo>
                    <a:pt x="130" y="428"/>
                  </a:lnTo>
                  <a:lnTo>
                    <a:pt x="122" y="432"/>
                  </a:lnTo>
                  <a:lnTo>
                    <a:pt x="122" y="432"/>
                  </a:lnTo>
                  <a:close/>
                  <a:moveTo>
                    <a:pt x="122" y="1080"/>
                  </a:moveTo>
                  <a:lnTo>
                    <a:pt x="122" y="1080"/>
                  </a:lnTo>
                  <a:lnTo>
                    <a:pt x="114" y="1080"/>
                  </a:lnTo>
                  <a:lnTo>
                    <a:pt x="108" y="1078"/>
                  </a:lnTo>
                  <a:lnTo>
                    <a:pt x="102" y="1076"/>
                  </a:lnTo>
                  <a:lnTo>
                    <a:pt x="96" y="1072"/>
                  </a:lnTo>
                  <a:lnTo>
                    <a:pt x="92" y="1066"/>
                  </a:lnTo>
                  <a:lnTo>
                    <a:pt x="90" y="1060"/>
                  </a:lnTo>
                  <a:lnTo>
                    <a:pt x="88" y="1054"/>
                  </a:lnTo>
                  <a:lnTo>
                    <a:pt x="88" y="1046"/>
                  </a:lnTo>
                  <a:lnTo>
                    <a:pt x="88" y="1046"/>
                  </a:lnTo>
                  <a:lnTo>
                    <a:pt x="92" y="1038"/>
                  </a:lnTo>
                  <a:lnTo>
                    <a:pt x="96" y="1032"/>
                  </a:lnTo>
                  <a:lnTo>
                    <a:pt x="102" y="1028"/>
                  </a:lnTo>
                  <a:lnTo>
                    <a:pt x="110" y="1024"/>
                  </a:lnTo>
                  <a:lnTo>
                    <a:pt x="110" y="1024"/>
                  </a:lnTo>
                  <a:lnTo>
                    <a:pt x="118" y="1024"/>
                  </a:lnTo>
                  <a:lnTo>
                    <a:pt x="124" y="1026"/>
                  </a:lnTo>
                  <a:lnTo>
                    <a:pt x="130" y="1028"/>
                  </a:lnTo>
                  <a:lnTo>
                    <a:pt x="136" y="1032"/>
                  </a:lnTo>
                  <a:lnTo>
                    <a:pt x="140" y="1038"/>
                  </a:lnTo>
                  <a:lnTo>
                    <a:pt x="142" y="1044"/>
                  </a:lnTo>
                  <a:lnTo>
                    <a:pt x="144" y="1050"/>
                  </a:lnTo>
                  <a:lnTo>
                    <a:pt x="144" y="1058"/>
                  </a:lnTo>
                  <a:lnTo>
                    <a:pt x="144" y="1058"/>
                  </a:lnTo>
                  <a:lnTo>
                    <a:pt x="140" y="1066"/>
                  </a:lnTo>
                  <a:lnTo>
                    <a:pt x="136" y="1072"/>
                  </a:lnTo>
                  <a:lnTo>
                    <a:pt x="130" y="1076"/>
                  </a:lnTo>
                  <a:lnTo>
                    <a:pt x="122" y="1080"/>
                  </a:lnTo>
                  <a:lnTo>
                    <a:pt x="122" y="1080"/>
                  </a:lnTo>
                  <a:close/>
                  <a:moveTo>
                    <a:pt x="398" y="1240"/>
                  </a:moveTo>
                  <a:lnTo>
                    <a:pt x="398" y="1240"/>
                  </a:lnTo>
                  <a:lnTo>
                    <a:pt x="406" y="1240"/>
                  </a:lnTo>
                  <a:lnTo>
                    <a:pt x="412" y="1242"/>
                  </a:lnTo>
                  <a:lnTo>
                    <a:pt x="418" y="1244"/>
                  </a:lnTo>
                  <a:lnTo>
                    <a:pt x="424" y="1248"/>
                  </a:lnTo>
                  <a:lnTo>
                    <a:pt x="428" y="1254"/>
                  </a:lnTo>
                  <a:lnTo>
                    <a:pt x="430" y="1260"/>
                  </a:lnTo>
                  <a:lnTo>
                    <a:pt x="432" y="1266"/>
                  </a:lnTo>
                  <a:lnTo>
                    <a:pt x="432" y="1274"/>
                  </a:lnTo>
                  <a:lnTo>
                    <a:pt x="432" y="1274"/>
                  </a:lnTo>
                  <a:lnTo>
                    <a:pt x="428" y="1282"/>
                  </a:lnTo>
                  <a:lnTo>
                    <a:pt x="424" y="1288"/>
                  </a:lnTo>
                  <a:lnTo>
                    <a:pt x="418" y="1292"/>
                  </a:lnTo>
                  <a:lnTo>
                    <a:pt x="410" y="1296"/>
                  </a:lnTo>
                  <a:lnTo>
                    <a:pt x="410" y="1296"/>
                  </a:lnTo>
                  <a:lnTo>
                    <a:pt x="402" y="1296"/>
                  </a:lnTo>
                  <a:lnTo>
                    <a:pt x="396" y="1294"/>
                  </a:lnTo>
                  <a:lnTo>
                    <a:pt x="390" y="1292"/>
                  </a:lnTo>
                  <a:lnTo>
                    <a:pt x="384" y="1288"/>
                  </a:lnTo>
                  <a:lnTo>
                    <a:pt x="380" y="1282"/>
                  </a:lnTo>
                  <a:lnTo>
                    <a:pt x="378" y="1276"/>
                  </a:lnTo>
                  <a:lnTo>
                    <a:pt x="376" y="1270"/>
                  </a:lnTo>
                  <a:lnTo>
                    <a:pt x="376" y="1262"/>
                  </a:lnTo>
                  <a:lnTo>
                    <a:pt x="376" y="1262"/>
                  </a:lnTo>
                  <a:lnTo>
                    <a:pt x="380" y="1254"/>
                  </a:lnTo>
                  <a:lnTo>
                    <a:pt x="384" y="1248"/>
                  </a:lnTo>
                  <a:lnTo>
                    <a:pt x="390" y="1244"/>
                  </a:lnTo>
                  <a:lnTo>
                    <a:pt x="398" y="1240"/>
                  </a:lnTo>
                  <a:lnTo>
                    <a:pt x="398" y="1240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1"/>
          <p:cNvGrpSpPr/>
          <p:nvPr/>
        </p:nvGrpSpPr>
        <p:grpSpPr>
          <a:xfrm>
            <a:off x="1191144" y="815984"/>
            <a:ext cx="660980" cy="613767"/>
            <a:chOff x="7812088" y="1779588"/>
            <a:chExt cx="555625" cy="515937"/>
          </a:xfrm>
        </p:grpSpPr>
        <p:sp>
          <p:nvSpPr>
            <p:cNvPr id="86" name="Google Shape;86;p1"/>
            <p:cNvSpPr/>
            <p:nvPr/>
          </p:nvSpPr>
          <p:spPr>
            <a:xfrm>
              <a:off x="8051801" y="1819275"/>
              <a:ext cx="255588" cy="17462"/>
            </a:xfrm>
            <a:custGeom>
              <a:rect b="b" l="l" r="r" t="t"/>
              <a:pathLst>
                <a:path extrusionOk="0" h="34" w="485">
                  <a:moveTo>
                    <a:pt x="468" y="0"/>
                  </a:moveTo>
                  <a:lnTo>
                    <a:pt x="17" y="0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5" y="6"/>
                  </a:lnTo>
                  <a:lnTo>
                    <a:pt x="1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1" y="23"/>
                  </a:lnTo>
                  <a:lnTo>
                    <a:pt x="5" y="29"/>
                  </a:lnTo>
                  <a:lnTo>
                    <a:pt x="10" y="33"/>
                  </a:lnTo>
                  <a:lnTo>
                    <a:pt x="13" y="34"/>
                  </a:lnTo>
                  <a:lnTo>
                    <a:pt x="17" y="34"/>
                  </a:lnTo>
                  <a:lnTo>
                    <a:pt x="468" y="34"/>
                  </a:lnTo>
                  <a:lnTo>
                    <a:pt x="468" y="34"/>
                  </a:lnTo>
                  <a:lnTo>
                    <a:pt x="471" y="34"/>
                  </a:lnTo>
                  <a:lnTo>
                    <a:pt x="475" y="33"/>
                  </a:lnTo>
                  <a:lnTo>
                    <a:pt x="480" y="29"/>
                  </a:lnTo>
                  <a:lnTo>
                    <a:pt x="484" y="23"/>
                  </a:lnTo>
                  <a:lnTo>
                    <a:pt x="485" y="20"/>
                  </a:lnTo>
                  <a:lnTo>
                    <a:pt x="485" y="17"/>
                  </a:lnTo>
                  <a:lnTo>
                    <a:pt x="485" y="17"/>
                  </a:lnTo>
                  <a:lnTo>
                    <a:pt x="485" y="14"/>
                  </a:lnTo>
                  <a:lnTo>
                    <a:pt x="484" y="11"/>
                  </a:lnTo>
                  <a:lnTo>
                    <a:pt x="480" y="6"/>
                  </a:lnTo>
                  <a:lnTo>
                    <a:pt x="475" y="1"/>
                  </a:lnTo>
                  <a:lnTo>
                    <a:pt x="471" y="0"/>
                  </a:lnTo>
                  <a:lnTo>
                    <a:pt x="468" y="0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7812088" y="1779588"/>
              <a:ext cx="555625" cy="515937"/>
            </a:xfrm>
            <a:custGeom>
              <a:rect b="b" l="l" r="r" t="t"/>
              <a:pathLst>
                <a:path extrusionOk="0" h="975" w="1050">
                  <a:moveTo>
                    <a:pt x="1033" y="942"/>
                  </a:moveTo>
                  <a:lnTo>
                    <a:pt x="937" y="942"/>
                  </a:lnTo>
                  <a:lnTo>
                    <a:pt x="937" y="852"/>
                  </a:lnTo>
                  <a:lnTo>
                    <a:pt x="937" y="852"/>
                  </a:lnTo>
                  <a:lnTo>
                    <a:pt x="945" y="847"/>
                  </a:lnTo>
                  <a:lnTo>
                    <a:pt x="953" y="843"/>
                  </a:lnTo>
                  <a:lnTo>
                    <a:pt x="960" y="838"/>
                  </a:lnTo>
                  <a:lnTo>
                    <a:pt x="967" y="833"/>
                  </a:lnTo>
                  <a:lnTo>
                    <a:pt x="974" y="826"/>
                  </a:lnTo>
                  <a:lnTo>
                    <a:pt x="980" y="820"/>
                  </a:lnTo>
                  <a:lnTo>
                    <a:pt x="986" y="813"/>
                  </a:lnTo>
                  <a:lnTo>
                    <a:pt x="991" y="806"/>
                  </a:lnTo>
                  <a:lnTo>
                    <a:pt x="996" y="798"/>
                  </a:lnTo>
                  <a:lnTo>
                    <a:pt x="1000" y="790"/>
                  </a:lnTo>
                  <a:lnTo>
                    <a:pt x="1004" y="783"/>
                  </a:lnTo>
                  <a:lnTo>
                    <a:pt x="1007" y="773"/>
                  </a:lnTo>
                  <a:lnTo>
                    <a:pt x="1009" y="765"/>
                  </a:lnTo>
                  <a:lnTo>
                    <a:pt x="1011" y="755"/>
                  </a:lnTo>
                  <a:lnTo>
                    <a:pt x="1012" y="746"/>
                  </a:lnTo>
                  <a:lnTo>
                    <a:pt x="1012" y="736"/>
                  </a:lnTo>
                  <a:lnTo>
                    <a:pt x="1012" y="184"/>
                  </a:lnTo>
                  <a:lnTo>
                    <a:pt x="1012" y="151"/>
                  </a:lnTo>
                  <a:lnTo>
                    <a:pt x="1012" y="126"/>
                  </a:lnTo>
                  <a:lnTo>
                    <a:pt x="1012" y="126"/>
                  </a:lnTo>
                  <a:lnTo>
                    <a:pt x="1011" y="113"/>
                  </a:lnTo>
                  <a:lnTo>
                    <a:pt x="1010" y="100"/>
                  </a:lnTo>
                  <a:lnTo>
                    <a:pt x="1007" y="88"/>
                  </a:lnTo>
                  <a:lnTo>
                    <a:pt x="1003" y="76"/>
                  </a:lnTo>
                  <a:lnTo>
                    <a:pt x="997" y="66"/>
                  </a:lnTo>
                  <a:lnTo>
                    <a:pt x="990" y="55"/>
                  </a:lnTo>
                  <a:lnTo>
                    <a:pt x="984" y="46"/>
                  </a:lnTo>
                  <a:lnTo>
                    <a:pt x="976" y="37"/>
                  </a:lnTo>
                  <a:lnTo>
                    <a:pt x="966" y="28"/>
                  </a:lnTo>
                  <a:lnTo>
                    <a:pt x="957" y="22"/>
                  </a:lnTo>
                  <a:lnTo>
                    <a:pt x="946" y="16"/>
                  </a:lnTo>
                  <a:lnTo>
                    <a:pt x="936" y="9"/>
                  </a:lnTo>
                  <a:lnTo>
                    <a:pt x="925" y="5"/>
                  </a:lnTo>
                  <a:lnTo>
                    <a:pt x="912" y="2"/>
                  </a:lnTo>
                  <a:lnTo>
                    <a:pt x="899" y="1"/>
                  </a:lnTo>
                  <a:lnTo>
                    <a:pt x="887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13" y="1"/>
                  </a:lnTo>
                  <a:lnTo>
                    <a:pt x="100" y="2"/>
                  </a:lnTo>
                  <a:lnTo>
                    <a:pt x="88" y="5"/>
                  </a:lnTo>
                  <a:lnTo>
                    <a:pt x="76" y="9"/>
                  </a:lnTo>
                  <a:lnTo>
                    <a:pt x="66" y="16"/>
                  </a:lnTo>
                  <a:lnTo>
                    <a:pt x="55" y="22"/>
                  </a:lnTo>
                  <a:lnTo>
                    <a:pt x="46" y="28"/>
                  </a:lnTo>
                  <a:lnTo>
                    <a:pt x="37" y="37"/>
                  </a:lnTo>
                  <a:lnTo>
                    <a:pt x="28" y="46"/>
                  </a:lnTo>
                  <a:lnTo>
                    <a:pt x="22" y="55"/>
                  </a:lnTo>
                  <a:lnTo>
                    <a:pt x="16" y="66"/>
                  </a:lnTo>
                  <a:lnTo>
                    <a:pt x="9" y="76"/>
                  </a:lnTo>
                  <a:lnTo>
                    <a:pt x="5" y="88"/>
                  </a:lnTo>
                  <a:lnTo>
                    <a:pt x="2" y="100"/>
                  </a:lnTo>
                  <a:lnTo>
                    <a:pt x="1" y="113"/>
                  </a:lnTo>
                  <a:lnTo>
                    <a:pt x="0" y="126"/>
                  </a:lnTo>
                  <a:lnTo>
                    <a:pt x="0" y="151"/>
                  </a:lnTo>
                  <a:lnTo>
                    <a:pt x="0" y="184"/>
                  </a:lnTo>
                  <a:lnTo>
                    <a:pt x="0" y="736"/>
                  </a:lnTo>
                  <a:lnTo>
                    <a:pt x="0" y="736"/>
                  </a:lnTo>
                  <a:lnTo>
                    <a:pt x="1" y="749"/>
                  </a:lnTo>
                  <a:lnTo>
                    <a:pt x="2" y="761"/>
                  </a:lnTo>
                  <a:lnTo>
                    <a:pt x="5" y="772"/>
                  </a:lnTo>
                  <a:lnTo>
                    <a:pt x="8" y="783"/>
                  </a:lnTo>
                  <a:lnTo>
                    <a:pt x="14" y="793"/>
                  </a:lnTo>
                  <a:lnTo>
                    <a:pt x="19" y="802"/>
                  </a:lnTo>
                  <a:lnTo>
                    <a:pt x="25" y="812"/>
                  </a:lnTo>
                  <a:lnTo>
                    <a:pt x="32" y="821"/>
                  </a:lnTo>
                  <a:lnTo>
                    <a:pt x="41" y="829"/>
                  </a:lnTo>
                  <a:lnTo>
                    <a:pt x="49" y="836"/>
                  </a:lnTo>
                  <a:lnTo>
                    <a:pt x="59" y="843"/>
                  </a:lnTo>
                  <a:lnTo>
                    <a:pt x="69" y="848"/>
                  </a:lnTo>
                  <a:lnTo>
                    <a:pt x="79" y="853"/>
                  </a:lnTo>
                  <a:lnTo>
                    <a:pt x="90" y="857"/>
                  </a:lnTo>
                  <a:lnTo>
                    <a:pt x="101" y="860"/>
                  </a:lnTo>
                  <a:lnTo>
                    <a:pt x="113" y="861"/>
                  </a:lnTo>
                  <a:lnTo>
                    <a:pt x="113" y="942"/>
                  </a:lnTo>
                  <a:lnTo>
                    <a:pt x="17" y="942"/>
                  </a:lnTo>
                  <a:lnTo>
                    <a:pt x="17" y="942"/>
                  </a:lnTo>
                  <a:lnTo>
                    <a:pt x="14" y="942"/>
                  </a:lnTo>
                  <a:lnTo>
                    <a:pt x="10" y="943"/>
                  </a:lnTo>
                  <a:lnTo>
                    <a:pt x="5" y="947"/>
                  </a:lnTo>
                  <a:lnTo>
                    <a:pt x="1" y="952"/>
                  </a:lnTo>
                  <a:lnTo>
                    <a:pt x="0" y="955"/>
                  </a:lnTo>
                  <a:lnTo>
                    <a:pt x="0" y="958"/>
                  </a:lnTo>
                  <a:lnTo>
                    <a:pt x="0" y="958"/>
                  </a:lnTo>
                  <a:lnTo>
                    <a:pt x="0" y="961"/>
                  </a:lnTo>
                  <a:lnTo>
                    <a:pt x="1" y="965"/>
                  </a:lnTo>
                  <a:lnTo>
                    <a:pt x="5" y="970"/>
                  </a:lnTo>
                  <a:lnTo>
                    <a:pt x="10" y="974"/>
                  </a:lnTo>
                  <a:lnTo>
                    <a:pt x="14" y="975"/>
                  </a:lnTo>
                  <a:lnTo>
                    <a:pt x="17" y="975"/>
                  </a:lnTo>
                  <a:lnTo>
                    <a:pt x="113" y="975"/>
                  </a:lnTo>
                  <a:lnTo>
                    <a:pt x="146" y="975"/>
                  </a:lnTo>
                  <a:lnTo>
                    <a:pt x="226" y="975"/>
                  </a:lnTo>
                  <a:lnTo>
                    <a:pt x="259" y="975"/>
                  </a:lnTo>
                  <a:lnTo>
                    <a:pt x="339" y="975"/>
                  </a:lnTo>
                  <a:lnTo>
                    <a:pt x="372" y="975"/>
                  </a:lnTo>
                  <a:lnTo>
                    <a:pt x="452" y="975"/>
                  </a:lnTo>
                  <a:lnTo>
                    <a:pt x="485" y="975"/>
                  </a:lnTo>
                  <a:lnTo>
                    <a:pt x="565" y="975"/>
                  </a:lnTo>
                  <a:lnTo>
                    <a:pt x="598" y="975"/>
                  </a:lnTo>
                  <a:lnTo>
                    <a:pt x="678" y="975"/>
                  </a:lnTo>
                  <a:lnTo>
                    <a:pt x="711" y="975"/>
                  </a:lnTo>
                  <a:lnTo>
                    <a:pt x="791" y="975"/>
                  </a:lnTo>
                  <a:lnTo>
                    <a:pt x="824" y="975"/>
                  </a:lnTo>
                  <a:lnTo>
                    <a:pt x="904" y="975"/>
                  </a:lnTo>
                  <a:lnTo>
                    <a:pt x="937" y="975"/>
                  </a:lnTo>
                  <a:lnTo>
                    <a:pt x="1033" y="975"/>
                  </a:lnTo>
                  <a:lnTo>
                    <a:pt x="1033" y="975"/>
                  </a:lnTo>
                  <a:lnTo>
                    <a:pt x="1036" y="975"/>
                  </a:lnTo>
                  <a:lnTo>
                    <a:pt x="1040" y="974"/>
                  </a:lnTo>
                  <a:lnTo>
                    <a:pt x="1045" y="970"/>
                  </a:lnTo>
                  <a:lnTo>
                    <a:pt x="1049" y="965"/>
                  </a:lnTo>
                  <a:lnTo>
                    <a:pt x="1050" y="961"/>
                  </a:lnTo>
                  <a:lnTo>
                    <a:pt x="1050" y="958"/>
                  </a:lnTo>
                  <a:lnTo>
                    <a:pt x="1050" y="958"/>
                  </a:lnTo>
                  <a:lnTo>
                    <a:pt x="1050" y="955"/>
                  </a:lnTo>
                  <a:lnTo>
                    <a:pt x="1049" y="952"/>
                  </a:lnTo>
                  <a:lnTo>
                    <a:pt x="1045" y="947"/>
                  </a:lnTo>
                  <a:lnTo>
                    <a:pt x="1040" y="943"/>
                  </a:lnTo>
                  <a:lnTo>
                    <a:pt x="1036" y="942"/>
                  </a:lnTo>
                  <a:lnTo>
                    <a:pt x="1033" y="942"/>
                  </a:lnTo>
                  <a:lnTo>
                    <a:pt x="1033" y="942"/>
                  </a:lnTo>
                  <a:close/>
                  <a:moveTo>
                    <a:pt x="33" y="126"/>
                  </a:moveTo>
                  <a:lnTo>
                    <a:pt x="33" y="126"/>
                  </a:lnTo>
                  <a:lnTo>
                    <a:pt x="33" y="116"/>
                  </a:lnTo>
                  <a:lnTo>
                    <a:pt x="36" y="107"/>
                  </a:lnTo>
                  <a:lnTo>
                    <a:pt x="38" y="98"/>
                  </a:lnTo>
                  <a:lnTo>
                    <a:pt x="41" y="90"/>
                  </a:lnTo>
                  <a:lnTo>
                    <a:pt x="45" y="82"/>
                  </a:lnTo>
                  <a:lnTo>
                    <a:pt x="49" y="74"/>
                  </a:lnTo>
                  <a:lnTo>
                    <a:pt x="54" y="67"/>
                  </a:lnTo>
                  <a:lnTo>
                    <a:pt x="61" y="61"/>
                  </a:lnTo>
                  <a:lnTo>
                    <a:pt x="67" y="54"/>
                  </a:lnTo>
                  <a:lnTo>
                    <a:pt x="74" y="49"/>
                  </a:lnTo>
                  <a:lnTo>
                    <a:pt x="82" y="45"/>
                  </a:lnTo>
                  <a:lnTo>
                    <a:pt x="90" y="41"/>
                  </a:lnTo>
                  <a:lnTo>
                    <a:pt x="98" y="38"/>
                  </a:lnTo>
                  <a:lnTo>
                    <a:pt x="107" y="36"/>
                  </a:lnTo>
                  <a:lnTo>
                    <a:pt x="116" y="33"/>
                  </a:lnTo>
                  <a:lnTo>
                    <a:pt x="125" y="33"/>
                  </a:lnTo>
                  <a:lnTo>
                    <a:pt x="887" y="33"/>
                  </a:lnTo>
                  <a:lnTo>
                    <a:pt x="887" y="33"/>
                  </a:lnTo>
                  <a:lnTo>
                    <a:pt x="896" y="33"/>
                  </a:lnTo>
                  <a:lnTo>
                    <a:pt x="906" y="36"/>
                  </a:lnTo>
                  <a:lnTo>
                    <a:pt x="914" y="38"/>
                  </a:lnTo>
                  <a:lnTo>
                    <a:pt x="922" y="41"/>
                  </a:lnTo>
                  <a:lnTo>
                    <a:pt x="931" y="45"/>
                  </a:lnTo>
                  <a:lnTo>
                    <a:pt x="938" y="49"/>
                  </a:lnTo>
                  <a:lnTo>
                    <a:pt x="945" y="54"/>
                  </a:lnTo>
                  <a:lnTo>
                    <a:pt x="952" y="61"/>
                  </a:lnTo>
                  <a:lnTo>
                    <a:pt x="958" y="67"/>
                  </a:lnTo>
                  <a:lnTo>
                    <a:pt x="963" y="74"/>
                  </a:lnTo>
                  <a:lnTo>
                    <a:pt x="967" y="82"/>
                  </a:lnTo>
                  <a:lnTo>
                    <a:pt x="972" y="90"/>
                  </a:lnTo>
                  <a:lnTo>
                    <a:pt x="975" y="98"/>
                  </a:lnTo>
                  <a:lnTo>
                    <a:pt x="977" y="107"/>
                  </a:lnTo>
                  <a:lnTo>
                    <a:pt x="979" y="116"/>
                  </a:lnTo>
                  <a:lnTo>
                    <a:pt x="979" y="126"/>
                  </a:lnTo>
                  <a:lnTo>
                    <a:pt x="979" y="151"/>
                  </a:lnTo>
                  <a:lnTo>
                    <a:pt x="33" y="151"/>
                  </a:lnTo>
                  <a:lnTo>
                    <a:pt x="33" y="126"/>
                  </a:lnTo>
                  <a:close/>
                  <a:moveTo>
                    <a:pt x="146" y="942"/>
                  </a:moveTo>
                  <a:lnTo>
                    <a:pt x="146" y="862"/>
                  </a:lnTo>
                  <a:lnTo>
                    <a:pt x="146" y="829"/>
                  </a:lnTo>
                  <a:lnTo>
                    <a:pt x="146" y="749"/>
                  </a:lnTo>
                  <a:lnTo>
                    <a:pt x="226" y="749"/>
                  </a:lnTo>
                  <a:lnTo>
                    <a:pt x="226" y="829"/>
                  </a:lnTo>
                  <a:lnTo>
                    <a:pt x="226" y="862"/>
                  </a:lnTo>
                  <a:lnTo>
                    <a:pt x="226" y="942"/>
                  </a:lnTo>
                  <a:lnTo>
                    <a:pt x="146" y="942"/>
                  </a:lnTo>
                  <a:close/>
                  <a:moveTo>
                    <a:pt x="372" y="942"/>
                  </a:moveTo>
                  <a:lnTo>
                    <a:pt x="372" y="862"/>
                  </a:lnTo>
                  <a:lnTo>
                    <a:pt x="372" y="829"/>
                  </a:lnTo>
                  <a:lnTo>
                    <a:pt x="372" y="561"/>
                  </a:lnTo>
                  <a:lnTo>
                    <a:pt x="452" y="561"/>
                  </a:lnTo>
                  <a:lnTo>
                    <a:pt x="452" y="829"/>
                  </a:lnTo>
                  <a:lnTo>
                    <a:pt x="452" y="862"/>
                  </a:lnTo>
                  <a:lnTo>
                    <a:pt x="452" y="942"/>
                  </a:lnTo>
                  <a:lnTo>
                    <a:pt x="372" y="942"/>
                  </a:lnTo>
                  <a:close/>
                  <a:moveTo>
                    <a:pt x="598" y="942"/>
                  </a:moveTo>
                  <a:lnTo>
                    <a:pt x="598" y="862"/>
                  </a:lnTo>
                  <a:lnTo>
                    <a:pt x="598" y="829"/>
                  </a:lnTo>
                  <a:lnTo>
                    <a:pt x="598" y="711"/>
                  </a:lnTo>
                  <a:lnTo>
                    <a:pt x="678" y="711"/>
                  </a:lnTo>
                  <a:lnTo>
                    <a:pt x="678" y="829"/>
                  </a:lnTo>
                  <a:lnTo>
                    <a:pt x="678" y="862"/>
                  </a:lnTo>
                  <a:lnTo>
                    <a:pt x="678" y="942"/>
                  </a:lnTo>
                  <a:lnTo>
                    <a:pt x="598" y="942"/>
                  </a:lnTo>
                  <a:close/>
                  <a:moveTo>
                    <a:pt x="711" y="942"/>
                  </a:moveTo>
                  <a:lnTo>
                    <a:pt x="711" y="862"/>
                  </a:lnTo>
                  <a:lnTo>
                    <a:pt x="711" y="829"/>
                  </a:lnTo>
                  <a:lnTo>
                    <a:pt x="711" y="707"/>
                  </a:lnTo>
                  <a:lnTo>
                    <a:pt x="711" y="707"/>
                  </a:lnTo>
                  <a:lnTo>
                    <a:pt x="710" y="701"/>
                  </a:lnTo>
                  <a:lnTo>
                    <a:pt x="709" y="696"/>
                  </a:lnTo>
                  <a:lnTo>
                    <a:pt x="706" y="690"/>
                  </a:lnTo>
                  <a:lnTo>
                    <a:pt x="703" y="686"/>
                  </a:lnTo>
                  <a:lnTo>
                    <a:pt x="699" y="683"/>
                  </a:lnTo>
                  <a:lnTo>
                    <a:pt x="693" y="680"/>
                  </a:lnTo>
                  <a:lnTo>
                    <a:pt x="688" y="679"/>
                  </a:lnTo>
                  <a:lnTo>
                    <a:pt x="682" y="678"/>
                  </a:lnTo>
                  <a:lnTo>
                    <a:pt x="594" y="678"/>
                  </a:lnTo>
                  <a:lnTo>
                    <a:pt x="594" y="678"/>
                  </a:lnTo>
                  <a:lnTo>
                    <a:pt x="588" y="679"/>
                  </a:lnTo>
                  <a:lnTo>
                    <a:pt x="583" y="680"/>
                  </a:lnTo>
                  <a:lnTo>
                    <a:pt x="577" y="683"/>
                  </a:lnTo>
                  <a:lnTo>
                    <a:pt x="573" y="686"/>
                  </a:lnTo>
                  <a:lnTo>
                    <a:pt x="570" y="690"/>
                  </a:lnTo>
                  <a:lnTo>
                    <a:pt x="567" y="696"/>
                  </a:lnTo>
                  <a:lnTo>
                    <a:pt x="566" y="701"/>
                  </a:lnTo>
                  <a:lnTo>
                    <a:pt x="565" y="707"/>
                  </a:lnTo>
                  <a:lnTo>
                    <a:pt x="565" y="829"/>
                  </a:lnTo>
                  <a:lnTo>
                    <a:pt x="565" y="862"/>
                  </a:lnTo>
                  <a:lnTo>
                    <a:pt x="565" y="942"/>
                  </a:lnTo>
                  <a:lnTo>
                    <a:pt x="485" y="942"/>
                  </a:lnTo>
                  <a:lnTo>
                    <a:pt x="485" y="862"/>
                  </a:lnTo>
                  <a:lnTo>
                    <a:pt x="485" y="829"/>
                  </a:lnTo>
                  <a:lnTo>
                    <a:pt x="485" y="557"/>
                  </a:lnTo>
                  <a:lnTo>
                    <a:pt x="485" y="557"/>
                  </a:lnTo>
                  <a:lnTo>
                    <a:pt x="484" y="550"/>
                  </a:lnTo>
                  <a:lnTo>
                    <a:pt x="483" y="545"/>
                  </a:lnTo>
                  <a:lnTo>
                    <a:pt x="480" y="540"/>
                  </a:lnTo>
                  <a:lnTo>
                    <a:pt x="477" y="536"/>
                  </a:lnTo>
                  <a:lnTo>
                    <a:pt x="473" y="532"/>
                  </a:lnTo>
                  <a:lnTo>
                    <a:pt x="467" y="529"/>
                  </a:lnTo>
                  <a:lnTo>
                    <a:pt x="462" y="528"/>
                  </a:lnTo>
                  <a:lnTo>
                    <a:pt x="456" y="527"/>
                  </a:lnTo>
                  <a:lnTo>
                    <a:pt x="368" y="527"/>
                  </a:lnTo>
                  <a:lnTo>
                    <a:pt x="368" y="527"/>
                  </a:lnTo>
                  <a:lnTo>
                    <a:pt x="362" y="528"/>
                  </a:lnTo>
                  <a:lnTo>
                    <a:pt x="357" y="529"/>
                  </a:lnTo>
                  <a:lnTo>
                    <a:pt x="351" y="532"/>
                  </a:lnTo>
                  <a:lnTo>
                    <a:pt x="347" y="536"/>
                  </a:lnTo>
                  <a:lnTo>
                    <a:pt x="344" y="540"/>
                  </a:lnTo>
                  <a:lnTo>
                    <a:pt x="341" y="545"/>
                  </a:lnTo>
                  <a:lnTo>
                    <a:pt x="340" y="550"/>
                  </a:lnTo>
                  <a:lnTo>
                    <a:pt x="339" y="557"/>
                  </a:lnTo>
                  <a:lnTo>
                    <a:pt x="339" y="829"/>
                  </a:lnTo>
                  <a:lnTo>
                    <a:pt x="339" y="862"/>
                  </a:lnTo>
                  <a:lnTo>
                    <a:pt x="339" y="942"/>
                  </a:lnTo>
                  <a:lnTo>
                    <a:pt x="259" y="942"/>
                  </a:lnTo>
                  <a:lnTo>
                    <a:pt x="259" y="862"/>
                  </a:lnTo>
                  <a:lnTo>
                    <a:pt x="259" y="829"/>
                  </a:lnTo>
                  <a:lnTo>
                    <a:pt x="259" y="745"/>
                  </a:lnTo>
                  <a:lnTo>
                    <a:pt x="259" y="745"/>
                  </a:lnTo>
                  <a:lnTo>
                    <a:pt x="258" y="739"/>
                  </a:lnTo>
                  <a:lnTo>
                    <a:pt x="257" y="733"/>
                  </a:lnTo>
                  <a:lnTo>
                    <a:pt x="254" y="728"/>
                  </a:lnTo>
                  <a:lnTo>
                    <a:pt x="251" y="724"/>
                  </a:lnTo>
                  <a:lnTo>
                    <a:pt x="247" y="721"/>
                  </a:lnTo>
                  <a:lnTo>
                    <a:pt x="242" y="718"/>
                  </a:lnTo>
                  <a:lnTo>
                    <a:pt x="236" y="717"/>
                  </a:lnTo>
                  <a:lnTo>
                    <a:pt x="230" y="716"/>
                  </a:lnTo>
                  <a:lnTo>
                    <a:pt x="142" y="716"/>
                  </a:lnTo>
                  <a:lnTo>
                    <a:pt x="142" y="716"/>
                  </a:lnTo>
                  <a:lnTo>
                    <a:pt x="136" y="717"/>
                  </a:lnTo>
                  <a:lnTo>
                    <a:pt x="131" y="718"/>
                  </a:lnTo>
                  <a:lnTo>
                    <a:pt x="125" y="721"/>
                  </a:lnTo>
                  <a:lnTo>
                    <a:pt x="121" y="724"/>
                  </a:lnTo>
                  <a:lnTo>
                    <a:pt x="118" y="728"/>
                  </a:lnTo>
                  <a:lnTo>
                    <a:pt x="115" y="733"/>
                  </a:lnTo>
                  <a:lnTo>
                    <a:pt x="114" y="739"/>
                  </a:lnTo>
                  <a:lnTo>
                    <a:pt x="113" y="745"/>
                  </a:lnTo>
                  <a:lnTo>
                    <a:pt x="113" y="827"/>
                  </a:lnTo>
                  <a:lnTo>
                    <a:pt x="113" y="827"/>
                  </a:lnTo>
                  <a:lnTo>
                    <a:pt x="105" y="826"/>
                  </a:lnTo>
                  <a:lnTo>
                    <a:pt x="96" y="824"/>
                  </a:lnTo>
                  <a:lnTo>
                    <a:pt x="89" y="821"/>
                  </a:lnTo>
                  <a:lnTo>
                    <a:pt x="82" y="817"/>
                  </a:lnTo>
                  <a:lnTo>
                    <a:pt x="74" y="813"/>
                  </a:lnTo>
                  <a:lnTo>
                    <a:pt x="68" y="809"/>
                  </a:lnTo>
                  <a:lnTo>
                    <a:pt x="62" y="803"/>
                  </a:lnTo>
                  <a:lnTo>
                    <a:pt x="56" y="797"/>
                  </a:lnTo>
                  <a:lnTo>
                    <a:pt x="51" y="791"/>
                  </a:lnTo>
                  <a:lnTo>
                    <a:pt x="47" y="785"/>
                  </a:lnTo>
                  <a:lnTo>
                    <a:pt x="43" y="777"/>
                  </a:lnTo>
                  <a:lnTo>
                    <a:pt x="40" y="770"/>
                  </a:lnTo>
                  <a:lnTo>
                    <a:pt x="37" y="762"/>
                  </a:lnTo>
                  <a:lnTo>
                    <a:pt x="36" y="753"/>
                  </a:lnTo>
                  <a:lnTo>
                    <a:pt x="33" y="745"/>
                  </a:lnTo>
                  <a:lnTo>
                    <a:pt x="33" y="736"/>
                  </a:lnTo>
                  <a:lnTo>
                    <a:pt x="33" y="184"/>
                  </a:lnTo>
                  <a:lnTo>
                    <a:pt x="979" y="184"/>
                  </a:lnTo>
                  <a:lnTo>
                    <a:pt x="979" y="736"/>
                  </a:lnTo>
                  <a:lnTo>
                    <a:pt x="979" y="736"/>
                  </a:lnTo>
                  <a:lnTo>
                    <a:pt x="978" y="748"/>
                  </a:lnTo>
                  <a:lnTo>
                    <a:pt x="976" y="759"/>
                  </a:lnTo>
                  <a:lnTo>
                    <a:pt x="973" y="771"/>
                  </a:lnTo>
                  <a:lnTo>
                    <a:pt x="967" y="781"/>
                  </a:lnTo>
                  <a:lnTo>
                    <a:pt x="961" y="791"/>
                  </a:lnTo>
                  <a:lnTo>
                    <a:pt x="954" y="799"/>
                  </a:lnTo>
                  <a:lnTo>
                    <a:pt x="946" y="807"/>
                  </a:lnTo>
                  <a:lnTo>
                    <a:pt x="937" y="814"/>
                  </a:lnTo>
                  <a:lnTo>
                    <a:pt x="937" y="519"/>
                  </a:lnTo>
                  <a:lnTo>
                    <a:pt x="937" y="519"/>
                  </a:lnTo>
                  <a:lnTo>
                    <a:pt x="936" y="513"/>
                  </a:lnTo>
                  <a:lnTo>
                    <a:pt x="935" y="507"/>
                  </a:lnTo>
                  <a:lnTo>
                    <a:pt x="932" y="502"/>
                  </a:lnTo>
                  <a:lnTo>
                    <a:pt x="929" y="498"/>
                  </a:lnTo>
                  <a:lnTo>
                    <a:pt x="925" y="495"/>
                  </a:lnTo>
                  <a:lnTo>
                    <a:pt x="919" y="492"/>
                  </a:lnTo>
                  <a:lnTo>
                    <a:pt x="914" y="491"/>
                  </a:lnTo>
                  <a:lnTo>
                    <a:pt x="908" y="490"/>
                  </a:lnTo>
                  <a:lnTo>
                    <a:pt x="820" y="490"/>
                  </a:lnTo>
                  <a:lnTo>
                    <a:pt x="820" y="490"/>
                  </a:lnTo>
                  <a:lnTo>
                    <a:pt x="814" y="491"/>
                  </a:lnTo>
                  <a:lnTo>
                    <a:pt x="808" y="492"/>
                  </a:lnTo>
                  <a:lnTo>
                    <a:pt x="803" y="495"/>
                  </a:lnTo>
                  <a:lnTo>
                    <a:pt x="799" y="498"/>
                  </a:lnTo>
                  <a:lnTo>
                    <a:pt x="796" y="502"/>
                  </a:lnTo>
                  <a:lnTo>
                    <a:pt x="793" y="507"/>
                  </a:lnTo>
                  <a:lnTo>
                    <a:pt x="792" y="513"/>
                  </a:lnTo>
                  <a:lnTo>
                    <a:pt x="791" y="519"/>
                  </a:lnTo>
                  <a:lnTo>
                    <a:pt x="791" y="829"/>
                  </a:lnTo>
                  <a:lnTo>
                    <a:pt x="791" y="862"/>
                  </a:lnTo>
                  <a:lnTo>
                    <a:pt x="791" y="942"/>
                  </a:lnTo>
                  <a:lnTo>
                    <a:pt x="711" y="942"/>
                  </a:lnTo>
                  <a:close/>
                  <a:moveTo>
                    <a:pt x="824" y="942"/>
                  </a:moveTo>
                  <a:lnTo>
                    <a:pt x="824" y="862"/>
                  </a:lnTo>
                  <a:lnTo>
                    <a:pt x="824" y="829"/>
                  </a:lnTo>
                  <a:lnTo>
                    <a:pt x="824" y="523"/>
                  </a:lnTo>
                  <a:lnTo>
                    <a:pt x="904" y="523"/>
                  </a:lnTo>
                  <a:lnTo>
                    <a:pt x="904" y="827"/>
                  </a:lnTo>
                  <a:lnTo>
                    <a:pt x="904" y="861"/>
                  </a:lnTo>
                  <a:lnTo>
                    <a:pt x="904" y="942"/>
                  </a:lnTo>
                  <a:lnTo>
                    <a:pt x="824" y="942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7872413" y="1919288"/>
              <a:ext cx="434975" cy="196850"/>
            </a:xfrm>
            <a:custGeom>
              <a:rect b="b" l="l" r="r" t="t"/>
              <a:pathLst>
                <a:path extrusionOk="0" h="372" w="824">
                  <a:moveTo>
                    <a:pt x="715" y="137"/>
                  </a:moveTo>
                  <a:lnTo>
                    <a:pt x="715" y="137"/>
                  </a:lnTo>
                  <a:lnTo>
                    <a:pt x="724" y="141"/>
                  </a:lnTo>
                  <a:lnTo>
                    <a:pt x="732" y="144"/>
                  </a:lnTo>
                  <a:lnTo>
                    <a:pt x="741" y="145"/>
                  </a:lnTo>
                  <a:lnTo>
                    <a:pt x="751" y="146"/>
                  </a:lnTo>
                  <a:lnTo>
                    <a:pt x="751" y="146"/>
                  </a:lnTo>
                  <a:lnTo>
                    <a:pt x="760" y="145"/>
                  </a:lnTo>
                  <a:lnTo>
                    <a:pt x="771" y="143"/>
                  </a:lnTo>
                  <a:lnTo>
                    <a:pt x="771" y="143"/>
                  </a:lnTo>
                  <a:lnTo>
                    <a:pt x="777" y="141"/>
                  </a:lnTo>
                  <a:lnTo>
                    <a:pt x="784" y="138"/>
                  </a:lnTo>
                  <a:lnTo>
                    <a:pt x="791" y="135"/>
                  </a:lnTo>
                  <a:lnTo>
                    <a:pt x="796" y="130"/>
                  </a:lnTo>
                  <a:lnTo>
                    <a:pt x="801" y="126"/>
                  </a:lnTo>
                  <a:lnTo>
                    <a:pt x="806" y="121"/>
                  </a:lnTo>
                  <a:lnTo>
                    <a:pt x="810" y="115"/>
                  </a:lnTo>
                  <a:lnTo>
                    <a:pt x="815" y="108"/>
                  </a:lnTo>
                  <a:lnTo>
                    <a:pt x="815" y="108"/>
                  </a:lnTo>
                  <a:lnTo>
                    <a:pt x="818" y="102"/>
                  </a:lnTo>
                  <a:lnTo>
                    <a:pt x="821" y="96"/>
                  </a:lnTo>
                  <a:lnTo>
                    <a:pt x="822" y="89"/>
                  </a:lnTo>
                  <a:lnTo>
                    <a:pt x="824" y="82"/>
                  </a:lnTo>
                  <a:lnTo>
                    <a:pt x="824" y="75"/>
                  </a:lnTo>
                  <a:lnTo>
                    <a:pt x="824" y="68"/>
                  </a:lnTo>
                  <a:lnTo>
                    <a:pt x="823" y="60"/>
                  </a:lnTo>
                  <a:lnTo>
                    <a:pt x="821" y="53"/>
                  </a:lnTo>
                  <a:lnTo>
                    <a:pt x="821" y="53"/>
                  </a:lnTo>
                  <a:lnTo>
                    <a:pt x="819" y="47"/>
                  </a:lnTo>
                  <a:lnTo>
                    <a:pt x="816" y="39"/>
                  </a:lnTo>
                  <a:lnTo>
                    <a:pt x="813" y="33"/>
                  </a:lnTo>
                  <a:lnTo>
                    <a:pt x="808" y="28"/>
                  </a:lnTo>
                  <a:lnTo>
                    <a:pt x="804" y="23"/>
                  </a:lnTo>
                  <a:lnTo>
                    <a:pt x="799" y="17"/>
                  </a:lnTo>
                  <a:lnTo>
                    <a:pt x="793" y="13"/>
                  </a:lnTo>
                  <a:lnTo>
                    <a:pt x="786" y="9"/>
                  </a:lnTo>
                  <a:lnTo>
                    <a:pt x="786" y="9"/>
                  </a:lnTo>
                  <a:lnTo>
                    <a:pt x="780" y="6"/>
                  </a:lnTo>
                  <a:lnTo>
                    <a:pt x="774" y="3"/>
                  </a:lnTo>
                  <a:lnTo>
                    <a:pt x="767" y="2"/>
                  </a:lnTo>
                  <a:lnTo>
                    <a:pt x="760" y="0"/>
                  </a:lnTo>
                  <a:lnTo>
                    <a:pt x="753" y="0"/>
                  </a:lnTo>
                  <a:lnTo>
                    <a:pt x="746" y="0"/>
                  </a:lnTo>
                  <a:lnTo>
                    <a:pt x="738" y="1"/>
                  </a:lnTo>
                  <a:lnTo>
                    <a:pt x="731" y="3"/>
                  </a:lnTo>
                  <a:lnTo>
                    <a:pt x="731" y="3"/>
                  </a:lnTo>
                  <a:lnTo>
                    <a:pt x="724" y="5"/>
                  </a:lnTo>
                  <a:lnTo>
                    <a:pt x="717" y="8"/>
                  </a:lnTo>
                  <a:lnTo>
                    <a:pt x="711" y="11"/>
                  </a:lnTo>
                  <a:lnTo>
                    <a:pt x="706" y="15"/>
                  </a:lnTo>
                  <a:lnTo>
                    <a:pt x="700" y="21"/>
                  </a:lnTo>
                  <a:lnTo>
                    <a:pt x="695" y="26"/>
                  </a:lnTo>
                  <a:lnTo>
                    <a:pt x="691" y="31"/>
                  </a:lnTo>
                  <a:lnTo>
                    <a:pt x="687" y="37"/>
                  </a:lnTo>
                  <a:lnTo>
                    <a:pt x="684" y="44"/>
                  </a:lnTo>
                  <a:lnTo>
                    <a:pt x="682" y="50"/>
                  </a:lnTo>
                  <a:lnTo>
                    <a:pt x="680" y="56"/>
                  </a:lnTo>
                  <a:lnTo>
                    <a:pt x="679" y="63"/>
                  </a:lnTo>
                  <a:lnTo>
                    <a:pt x="678" y="71"/>
                  </a:lnTo>
                  <a:lnTo>
                    <a:pt x="678" y="78"/>
                  </a:lnTo>
                  <a:lnTo>
                    <a:pt x="679" y="85"/>
                  </a:lnTo>
                  <a:lnTo>
                    <a:pt x="681" y="93"/>
                  </a:lnTo>
                  <a:lnTo>
                    <a:pt x="681" y="93"/>
                  </a:lnTo>
                  <a:lnTo>
                    <a:pt x="684" y="102"/>
                  </a:lnTo>
                  <a:lnTo>
                    <a:pt x="688" y="112"/>
                  </a:lnTo>
                  <a:lnTo>
                    <a:pt x="564" y="237"/>
                  </a:lnTo>
                  <a:lnTo>
                    <a:pt x="564" y="237"/>
                  </a:lnTo>
                  <a:lnTo>
                    <a:pt x="561" y="235"/>
                  </a:lnTo>
                  <a:lnTo>
                    <a:pt x="561" y="235"/>
                  </a:lnTo>
                  <a:lnTo>
                    <a:pt x="554" y="232"/>
                  </a:lnTo>
                  <a:lnTo>
                    <a:pt x="548" y="229"/>
                  </a:lnTo>
                  <a:lnTo>
                    <a:pt x="541" y="228"/>
                  </a:lnTo>
                  <a:lnTo>
                    <a:pt x="534" y="226"/>
                  </a:lnTo>
                  <a:lnTo>
                    <a:pt x="527" y="226"/>
                  </a:lnTo>
                  <a:lnTo>
                    <a:pt x="520" y="226"/>
                  </a:lnTo>
                  <a:lnTo>
                    <a:pt x="512" y="227"/>
                  </a:lnTo>
                  <a:lnTo>
                    <a:pt x="505" y="229"/>
                  </a:lnTo>
                  <a:lnTo>
                    <a:pt x="505" y="229"/>
                  </a:lnTo>
                  <a:lnTo>
                    <a:pt x="496" y="232"/>
                  </a:lnTo>
                  <a:lnTo>
                    <a:pt x="486" y="236"/>
                  </a:lnTo>
                  <a:lnTo>
                    <a:pt x="361" y="112"/>
                  </a:lnTo>
                  <a:lnTo>
                    <a:pt x="361" y="112"/>
                  </a:lnTo>
                  <a:lnTo>
                    <a:pt x="366" y="102"/>
                  </a:lnTo>
                  <a:lnTo>
                    <a:pt x="369" y="93"/>
                  </a:lnTo>
                  <a:lnTo>
                    <a:pt x="371" y="83"/>
                  </a:lnTo>
                  <a:lnTo>
                    <a:pt x="372" y="73"/>
                  </a:lnTo>
                  <a:lnTo>
                    <a:pt x="372" y="73"/>
                  </a:lnTo>
                  <a:lnTo>
                    <a:pt x="372" y="66"/>
                  </a:lnTo>
                  <a:lnTo>
                    <a:pt x="371" y="58"/>
                  </a:lnTo>
                  <a:lnTo>
                    <a:pt x="369" y="51"/>
                  </a:lnTo>
                  <a:lnTo>
                    <a:pt x="366" y="45"/>
                  </a:lnTo>
                  <a:lnTo>
                    <a:pt x="364" y="38"/>
                  </a:lnTo>
                  <a:lnTo>
                    <a:pt x="360" y="32"/>
                  </a:lnTo>
                  <a:lnTo>
                    <a:pt x="356" y="26"/>
                  </a:lnTo>
                  <a:lnTo>
                    <a:pt x="350" y="22"/>
                  </a:lnTo>
                  <a:lnTo>
                    <a:pt x="346" y="16"/>
                  </a:lnTo>
                  <a:lnTo>
                    <a:pt x="340" y="12"/>
                  </a:lnTo>
                  <a:lnTo>
                    <a:pt x="334" y="8"/>
                  </a:lnTo>
                  <a:lnTo>
                    <a:pt x="327" y="6"/>
                  </a:lnTo>
                  <a:lnTo>
                    <a:pt x="321" y="3"/>
                  </a:lnTo>
                  <a:lnTo>
                    <a:pt x="314" y="1"/>
                  </a:lnTo>
                  <a:lnTo>
                    <a:pt x="306" y="0"/>
                  </a:lnTo>
                  <a:lnTo>
                    <a:pt x="299" y="0"/>
                  </a:lnTo>
                  <a:lnTo>
                    <a:pt x="299" y="0"/>
                  </a:lnTo>
                  <a:lnTo>
                    <a:pt x="292" y="0"/>
                  </a:lnTo>
                  <a:lnTo>
                    <a:pt x="284" y="1"/>
                  </a:lnTo>
                  <a:lnTo>
                    <a:pt x="277" y="3"/>
                  </a:lnTo>
                  <a:lnTo>
                    <a:pt x="271" y="6"/>
                  </a:lnTo>
                  <a:lnTo>
                    <a:pt x="265" y="8"/>
                  </a:lnTo>
                  <a:lnTo>
                    <a:pt x="258" y="12"/>
                  </a:lnTo>
                  <a:lnTo>
                    <a:pt x="252" y="16"/>
                  </a:lnTo>
                  <a:lnTo>
                    <a:pt x="248" y="22"/>
                  </a:lnTo>
                  <a:lnTo>
                    <a:pt x="243" y="26"/>
                  </a:lnTo>
                  <a:lnTo>
                    <a:pt x="238" y="32"/>
                  </a:lnTo>
                  <a:lnTo>
                    <a:pt x="234" y="38"/>
                  </a:lnTo>
                  <a:lnTo>
                    <a:pt x="232" y="45"/>
                  </a:lnTo>
                  <a:lnTo>
                    <a:pt x="229" y="51"/>
                  </a:lnTo>
                  <a:lnTo>
                    <a:pt x="227" y="58"/>
                  </a:lnTo>
                  <a:lnTo>
                    <a:pt x="226" y="66"/>
                  </a:lnTo>
                  <a:lnTo>
                    <a:pt x="226" y="73"/>
                  </a:lnTo>
                  <a:lnTo>
                    <a:pt x="226" y="73"/>
                  </a:lnTo>
                  <a:lnTo>
                    <a:pt x="227" y="82"/>
                  </a:lnTo>
                  <a:lnTo>
                    <a:pt x="228" y="91"/>
                  </a:lnTo>
                  <a:lnTo>
                    <a:pt x="231" y="99"/>
                  </a:lnTo>
                  <a:lnTo>
                    <a:pt x="234" y="107"/>
                  </a:lnTo>
                  <a:lnTo>
                    <a:pt x="116" y="202"/>
                  </a:lnTo>
                  <a:lnTo>
                    <a:pt x="116" y="202"/>
                  </a:lnTo>
                  <a:lnTo>
                    <a:pt x="107" y="196"/>
                  </a:lnTo>
                  <a:lnTo>
                    <a:pt x="96" y="191"/>
                  </a:lnTo>
                  <a:lnTo>
                    <a:pt x="85" y="189"/>
                  </a:lnTo>
                  <a:lnTo>
                    <a:pt x="73" y="188"/>
                  </a:lnTo>
                  <a:lnTo>
                    <a:pt x="73" y="188"/>
                  </a:lnTo>
                  <a:lnTo>
                    <a:pt x="66" y="188"/>
                  </a:lnTo>
                  <a:lnTo>
                    <a:pt x="59" y="189"/>
                  </a:lnTo>
                  <a:lnTo>
                    <a:pt x="51" y="191"/>
                  </a:lnTo>
                  <a:lnTo>
                    <a:pt x="45" y="194"/>
                  </a:lnTo>
                  <a:lnTo>
                    <a:pt x="39" y="196"/>
                  </a:lnTo>
                  <a:lnTo>
                    <a:pt x="32" y="200"/>
                  </a:lnTo>
                  <a:lnTo>
                    <a:pt x="26" y="205"/>
                  </a:lnTo>
                  <a:lnTo>
                    <a:pt x="22" y="210"/>
                  </a:lnTo>
                  <a:lnTo>
                    <a:pt x="17" y="214"/>
                  </a:lnTo>
                  <a:lnTo>
                    <a:pt x="12" y="220"/>
                  </a:lnTo>
                  <a:lnTo>
                    <a:pt x="8" y="227"/>
                  </a:lnTo>
                  <a:lnTo>
                    <a:pt x="6" y="233"/>
                  </a:lnTo>
                  <a:lnTo>
                    <a:pt x="3" y="239"/>
                  </a:lnTo>
                  <a:lnTo>
                    <a:pt x="1" y="247"/>
                  </a:lnTo>
                  <a:lnTo>
                    <a:pt x="0" y="254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68"/>
                  </a:lnTo>
                  <a:lnTo>
                    <a:pt x="1" y="276"/>
                  </a:lnTo>
                  <a:lnTo>
                    <a:pt x="3" y="283"/>
                  </a:lnTo>
                  <a:lnTo>
                    <a:pt x="6" y="289"/>
                  </a:lnTo>
                  <a:lnTo>
                    <a:pt x="8" y="296"/>
                  </a:lnTo>
                  <a:lnTo>
                    <a:pt x="12" y="302"/>
                  </a:lnTo>
                  <a:lnTo>
                    <a:pt x="17" y="308"/>
                  </a:lnTo>
                  <a:lnTo>
                    <a:pt x="22" y="312"/>
                  </a:lnTo>
                  <a:lnTo>
                    <a:pt x="26" y="318"/>
                  </a:lnTo>
                  <a:lnTo>
                    <a:pt x="32" y="322"/>
                  </a:lnTo>
                  <a:lnTo>
                    <a:pt x="39" y="326"/>
                  </a:lnTo>
                  <a:lnTo>
                    <a:pt x="45" y="328"/>
                  </a:lnTo>
                  <a:lnTo>
                    <a:pt x="51" y="331"/>
                  </a:lnTo>
                  <a:lnTo>
                    <a:pt x="59" y="333"/>
                  </a:lnTo>
                  <a:lnTo>
                    <a:pt x="66" y="334"/>
                  </a:lnTo>
                  <a:lnTo>
                    <a:pt x="73" y="334"/>
                  </a:lnTo>
                  <a:lnTo>
                    <a:pt x="73" y="334"/>
                  </a:lnTo>
                  <a:lnTo>
                    <a:pt x="80" y="334"/>
                  </a:lnTo>
                  <a:lnTo>
                    <a:pt x="88" y="333"/>
                  </a:lnTo>
                  <a:lnTo>
                    <a:pt x="95" y="331"/>
                  </a:lnTo>
                  <a:lnTo>
                    <a:pt x="101" y="328"/>
                  </a:lnTo>
                  <a:lnTo>
                    <a:pt x="108" y="326"/>
                  </a:lnTo>
                  <a:lnTo>
                    <a:pt x="114" y="322"/>
                  </a:lnTo>
                  <a:lnTo>
                    <a:pt x="120" y="318"/>
                  </a:lnTo>
                  <a:lnTo>
                    <a:pt x="124" y="312"/>
                  </a:lnTo>
                  <a:lnTo>
                    <a:pt x="130" y="308"/>
                  </a:lnTo>
                  <a:lnTo>
                    <a:pt x="134" y="302"/>
                  </a:lnTo>
                  <a:lnTo>
                    <a:pt x="138" y="296"/>
                  </a:lnTo>
                  <a:lnTo>
                    <a:pt x="140" y="289"/>
                  </a:lnTo>
                  <a:lnTo>
                    <a:pt x="143" y="283"/>
                  </a:lnTo>
                  <a:lnTo>
                    <a:pt x="145" y="276"/>
                  </a:lnTo>
                  <a:lnTo>
                    <a:pt x="146" y="268"/>
                  </a:lnTo>
                  <a:lnTo>
                    <a:pt x="146" y="261"/>
                  </a:lnTo>
                  <a:lnTo>
                    <a:pt x="146" y="261"/>
                  </a:lnTo>
                  <a:lnTo>
                    <a:pt x="145" y="252"/>
                  </a:lnTo>
                  <a:lnTo>
                    <a:pt x="144" y="243"/>
                  </a:lnTo>
                  <a:lnTo>
                    <a:pt x="141" y="235"/>
                  </a:lnTo>
                  <a:lnTo>
                    <a:pt x="138" y="227"/>
                  </a:lnTo>
                  <a:lnTo>
                    <a:pt x="256" y="132"/>
                  </a:lnTo>
                  <a:lnTo>
                    <a:pt x="256" y="132"/>
                  </a:lnTo>
                  <a:lnTo>
                    <a:pt x="266" y="138"/>
                  </a:lnTo>
                  <a:lnTo>
                    <a:pt x="276" y="143"/>
                  </a:lnTo>
                  <a:lnTo>
                    <a:pt x="288" y="145"/>
                  </a:lnTo>
                  <a:lnTo>
                    <a:pt x="299" y="146"/>
                  </a:lnTo>
                  <a:lnTo>
                    <a:pt x="299" y="146"/>
                  </a:lnTo>
                  <a:lnTo>
                    <a:pt x="310" y="145"/>
                  </a:lnTo>
                  <a:lnTo>
                    <a:pt x="319" y="143"/>
                  </a:lnTo>
                  <a:lnTo>
                    <a:pt x="328" y="140"/>
                  </a:lnTo>
                  <a:lnTo>
                    <a:pt x="338" y="135"/>
                  </a:lnTo>
                  <a:lnTo>
                    <a:pt x="463" y="260"/>
                  </a:lnTo>
                  <a:lnTo>
                    <a:pt x="463" y="260"/>
                  </a:lnTo>
                  <a:lnTo>
                    <a:pt x="461" y="263"/>
                  </a:lnTo>
                  <a:lnTo>
                    <a:pt x="461" y="263"/>
                  </a:lnTo>
                  <a:lnTo>
                    <a:pt x="458" y="270"/>
                  </a:lnTo>
                  <a:lnTo>
                    <a:pt x="455" y="276"/>
                  </a:lnTo>
                  <a:lnTo>
                    <a:pt x="454" y="283"/>
                  </a:lnTo>
                  <a:lnTo>
                    <a:pt x="452" y="289"/>
                  </a:lnTo>
                  <a:lnTo>
                    <a:pt x="452" y="297"/>
                  </a:lnTo>
                  <a:lnTo>
                    <a:pt x="452" y="304"/>
                  </a:lnTo>
                  <a:lnTo>
                    <a:pt x="453" y="311"/>
                  </a:lnTo>
                  <a:lnTo>
                    <a:pt x="455" y="319"/>
                  </a:lnTo>
                  <a:lnTo>
                    <a:pt x="455" y="319"/>
                  </a:lnTo>
                  <a:lnTo>
                    <a:pt x="457" y="325"/>
                  </a:lnTo>
                  <a:lnTo>
                    <a:pt x="460" y="332"/>
                  </a:lnTo>
                  <a:lnTo>
                    <a:pt x="463" y="339"/>
                  </a:lnTo>
                  <a:lnTo>
                    <a:pt x="467" y="344"/>
                  </a:lnTo>
                  <a:lnTo>
                    <a:pt x="472" y="349"/>
                  </a:lnTo>
                  <a:lnTo>
                    <a:pt x="477" y="354"/>
                  </a:lnTo>
                  <a:lnTo>
                    <a:pt x="483" y="358"/>
                  </a:lnTo>
                  <a:lnTo>
                    <a:pt x="489" y="363"/>
                  </a:lnTo>
                  <a:lnTo>
                    <a:pt x="489" y="363"/>
                  </a:lnTo>
                  <a:lnTo>
                    <a:pt x="498" y="367"/>
                  </a:lnTo>
                  <a:lnTo>
                    <a:pt x="506" y="370"/>
                  </a:lnTo>
                  <a:lnTo>
                    <a:pt x="516" y="371"/>
                  </a:lnTo>
                  <a:lnTo>
                    <a:pt x="525" y="372"/>
                  </a:lnTo>
                  <a:lnTo>
                    <a:pt x="525" y="372"/>
                  </a:lnTo>
                  <a:lnTo>
                    <a:pt x="534" y="371"/>
                  </a:lnTo>
                  <a:lnTo>
                    <a:pt x="545" y="369"/>
                  </a:lnTo>
                  <a:lnTo>
                    <a:pt x="545" y="369"/>
                  </a:lnTo>
                  <a:lnTo>
                    <a:pt x="551" y="367"/>
                  </a:lnTo>
                  <a:lnTo>
                    <a:pt x="558" y="364"/>
                  </a:lnTo>
                  <a:lnTo>
                    <a:pt x="565" y="361"/>
                  </a:lnTo>
                  <a:lnTo>
                    <a:pt x="570" y="356"/>
                  </a:lnTo>
                  <a:lnTo>
                    <a:pt x="575" y="352"/>
                  </a:lnTo>
                  <a:lnTo>
                    <a:pt x="580" y="347"/>
                  </a:lnTo>
                  <a:lnTo>
                    <a:pt x="585" y="341"/>
                  </a:lnTo>
                  <a:lnTo>
                    <a:pt x="589" y="334"/>
                  </a:lnTo>
                  <a:lnTo>
                    <a:pt x="589" y="334"/>
                  </a:lnTo>
                  <a:lnTo>
                    <a:pt x="592" y="328"/>
                  </a:lnTo>
                  <a:lnTo>
                    <a:pt x="595" y="322"/>
                  </a:lnTo>
                  <a:lnTo>
                    <a:pt x="596" y="315"/>
                  </a:lnTo>
                  <a:lnTo>
                    <a:pt x="598" y="308"/>
                  </a:lnTo>
                  <a:lnTo>
                    <a:pt x="598" y="301"/>
                  </a:lnTo>
                  <a:lnTo>
                    <a:pt x="598" y="294"/>
                  </a:lnTo>
                  <a:lnTo>
                    <a:pt x="597" y="286"/>
                  </a:lnTo>
                  <a:lnTo>
                    <a:pt x="595" y="279"/>
                  </a:lnTo>
                  <a:lnTo>
                    <a:pt x="595" y="279"/>
                  </a:lnTo>
                  <a:lnTo>
                    <a:pt x="592" y="270"/>
                  </a:lnTo>
                  <a:lnTo>
                    <a:pt x="588" y="260"/>
                  </a:lnTo>
                  <a:lnTo>
                    <a:pt x="712" y="135"/>
                  </a:lnTo>
                  <a:lnTo>
                    <a:pt x="712" y="135"/>
                  </a:lnTo>
                  <a:lnTo>
                    <a:pt x="715" y="137"/>
                  </a:lnTo>
                  <a:lnTo>
                    <a:pt x="715" y="137"/>
                  </a:lnTo>
                  <a:close/>
                  <a:moveTo>
                    <a:pt x="113" y="261"/>
                  </a:moveTo>
                  <a:lnTo>
                    <a:pt x="113" y="261"/>
                  </a:lnTo>
                  <a:lnTo>
                    <a:pt x="112" y="270"/>
                  </a:lnTo>
                  <a:lnTo>
                    <a:pt x="110" y="277"/>
                  </a:lnTo>
                  <a:lnTo>
                    <a:pt x="107" y="283"/>
                  </a:lnTo>
                  <a:lnTo>
                    <a:pt x="101" y="289"/>
                  </a:lnTo>
                  <a:lnTo>
                    <a:pt x="95" y="295"/>
                  </a:lnTo>
                  <a:lnTo>
                    <a:pt x="89" y="298"/>
                  </a:lnTo>
                  <a:lnTo>
                    <a:pt x="82" y="300"/>
                  </a:lnTo>
                  <a:lnTo>
                    <a:pt x="73" y="301"/>
                  </a:lnTo>
                  <a:lnTo>
                    <a:pt x="73" y="301"/>
                  </a:lnTo>
                  <a:lnTo>
                    <a:pt x="65" y="300"/>
                  </a:lnTo>
                  <a:lnTo>
                    <a:pt x="57" y="298"/>
                  </a:lnTo>
                  <a:lnTo>
                    <a:pt x="51" y="295"/>
                  </a:lnTo>
                  <a:lnTo>
                    <a:pt x="45" y="289"/>
                  </a:lnTo>
                  <a:lnTo>
                    <a:pt x="40" y="283"/>
                  </a:lnTo>
                  <a:lnTo>
                    <a:pt x="37" y="277"/>
                  </a:lnTo>
                  <a:lnTo>
                    <a:pt x="34" y="270"/>
                  </a:lnTo>
                  <a:lnTo>
                    <a:pt x="33" y="261"/>
                  </a:lnTo>
                  <a:lnTo>
                    <a:pt x="33" y="261"/>
                  </a:lnTo>
                  <a:lnTo>
                    <a:pt x="33" y="256"/>
                  </a:lnTo>
                  <a:lnTo>
                    <a:pt x="34" y="251"/>
                  </a:lnTo>
                  <a:lnTo>
                    <a:pt x="37" y="245"/>
                  </a:lnTo>
                  <a:lnTo>
                    <a:pt x="40" y="240"/>
                  </a:lnTo>
                  <a:lnTo>
                    <a:pt x="42" y="236"/>
                  </a:lnTo>
                  <a:lnTo>
                    <a:pt x="46" y="232"/>
                  </a:lnTo>
                  <a:lnTo>
                    <a:pt x="50" y="229"/>
                  </a:lnTo>
                  <a:lnTo>
                    <a:pt x="54" y="226"/>
                  </a:lnTo>
                  <a:lnTo>
                    <a:pt x="54" y="226"/>
                  </a:lnTo>
                  <a:lnTo>
                    <a:pt x="55" y="226"/>
                  </a:lnTo>
                  <a:lnTo>
                    <a:pt x="55" y="226"/>
                  </a:lnTo>
                  <a:lnTo>
                    <a:pt x="64" y="222"/>
                  </a:lnTo>
                  <a:lnTo>
                    <a:pt x="73" y="221"/>
                  </a:lnTo>
                  <a:lnTo>
                    <a:pt x="73" y="221"/>
                  </a:lnTo>
                  <a:lnTo>
                    <a:pt x="80" y="222"/>
                  </a:lnTo>
                  <a:lnTo>
                    <a:pt x="88" y="225"/>
                  </a:lnTo>
                  <a:lnTo>
                    <a:pt x="88" y="225"/>
                  </a:lnTo>
                  <a:lnTo>
                    <a:pt x="95" y="229"/>
                  </a:lnTo>
                  <a:lnTo>
                    <a:pt x="102" y="234"/>
                  </a:lnTo>
                  <a:lnTo>
                    <a:pt x="108" y="240"/>
                  </a:lnTo>
                  <a:lnTo>
                    <a:pt x="111" y="249"/>
                  </a:lnTo>
                  <a:lnTo>
                    <a:pt x="111" y="249"/>
                  </a:lnTo>
                  <a:lnTo>
                    <a:pt x="113" y="255"/>
                  </a:lnTo>
                  <a:lnTo>
                    <a:pt x="113" y="261"/>
                  </a:lnTo>
                  <a:lnTo>
                    <a:pt x="113" y="261"/>
                  </a:lnTo>
                  <a:close/>
                  <a:moveTo>
                    <a:pt x="299" y="113"/>
                  </a:moveTo>
                  <a:lnTo>
                    <a:pt x="299" y="113"/>
                  </a:lnTo>
                  <a:lnTo>
                    <a:pt x="292" y="112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77" y="105"/>
                  </a:lnTo>
                  <a:lnTo>
                    <a:pt x="270" y="100"/>
                  </a:lnTo>
                  <a:lnTo>
                    <a:pt x="265" y="94"/>
                  </a:lnTo>
                  <a:lnTo>
                    <a:pt x="261" y="85"/>
                  </a:lnTo>
                  <a:lnTo>
                    <a:pt x="261" y="85"/>
                  </a:lnTo>
                  <a:lnTo>
                    <a:pt x="260" y="79"/>
                  </a:lnTo>
                  <a:lnTo>
                    <a:pt x="259" y="73"/>
                  </a:lnTo>
                  <a:lnTo>
                    <a:pt x="259" y="73"/>
                  </a:lnTo>
                  <a:lnTo>
                    <a:pt x="260" y="64"/>
                  </a:lnTo>
                  <a:lnTo>
                    <a:pt x="262" y="57"/>
                  </a:lnTo>
                  <a:lnTo>
                    <a:pt x="266" y="51"/>
                  </a:lnTo>
                  <a:lnTo>
                    <a:pt x="271" y="45"/>
                  </a:lnTo>
                  <a:lnTo>
                    <a:pt x="277" y="39"/>
                  </a:lnTo>
                  <a:lnTo>
                    <a:pt x="283" y="36"/>
                  </a:lnTo>
                  <a:lnTo>
                    <a:pt x="291" y="34"/>
                  </a:lnTo>
                  <a:lnTo>
                    <a:pt x="299" y="33"/>
                  </a:lnTo>
                  <a:lnTo>
                    <a:pt x="299" y="33"/>
                  </a:lnTo>
                  <a:lnTo>
                    <a:pt x="307" y="34"/>
                  </a:lnTo>
                  <a:lnTo>
                    <a:pt x="315" y="36"/>
                  </a:lnTo>
                  <a:lnTo>
                    <a:pt x="321" y="39"/>
                  </a:lnTo>
                  <a:lnTo>
                    <a:pt x="327" y="45"/>
                  </a:lnTo>
                  <a:lnTo>
                    <a:pt x="333" y="51"/>
                  </a:lnTo>
                  <a:lnTo>
                    <a:pt x="336" y="57"/>
                  </a:lnTo>
                  <a:lnTo>
                    <a:pt x="338" y="64"/>
                  </a:lnTo>
                  <a:lnTo>
                    <a:pt x="339" y="73"/>
                  </a:lnTo>
                  <a:lnTo>
                    <a:pt x="339" y="73"/>
                  </a:lnTo>
                  <a:lnTo>
                    <a:pt x="338" y="80"/>
                  </a:lnTo>
                  <a:lnTo>
                    <a:pt x="337" y="86"/>
                  </a:lnTo>
                  <a:lnTo>
                    <a:pt x="337" y="86"/>
                  </a:lnTo>
                  <a:lnTo>
                    <a:pt x="337" y="86"/>
                  </a:lnTo>
                  <a:lnTo>
                    <a:pt x="333" y="94"/>
                  </a:lnTo>
                  <a:lnTo>
                    <a:pt x="327" y="101"/>
                  </a:lnTo>
                  <a:lnTo>
                    <a:pt x="320" y="106"/>
                  </a:lnTo>
                  <a:lnTo>
                    <a:pt x="313" y="111"/>
                  </a:lnTo>
                  <a:lnTo>
                    <a:pt x="313" y="111"/>
                  </a:lnTo>
                  <a:lnTo>
                    <a:pt x="306" y="112"/>
                  </a:lnTo>
                  <a:lnTo>
                    <a:pt x="299" y="113"/>
                  </a:lnTo>
                  <a:lnTo>
                    <a:pt x="299" y="113"/>
                  </a:lnTo>
                  <a:close/>
                  <a:moveTo>
                    <a:pt x="564" y="288"/>
                  </a:moveTo>
                  <a:lnTo>
                    <a:pt x="564" y="288"/>
                  </a:lnTo>
                  <a:lnTo>
                    <a:pt x="565" y="296"/>
                  </a:lnTo>
                  <a:lnTo>
                    <a:pt x="565" y="304"/>
                  </a:lnTo>
                  <a:lnTo>
                    <a:pt x="563" y="311"/>
                  </a:lnTo>
                  <a:lnTo>
                    <a:pt x="559" y="319"/>
                  </a:lnTo>
                  <a:lnTo>
                    <a:pt x="555" y="325"/>
                  </a:lnTo>
                  <a:lnTo>
                    <a:pt x="550" y="330"/>
                  </a:lnTo>
                  <a:lnTo>
                    <a:pt x="543" y="334"/>
                  </a:lnTo>
                  <a:lnTo>
                    <a:pt x="535" y="338"/>
                  </a:lnTo>
                  <a:lnTo>
                    <a:pt x="535" y="338"/>
                  </a:lnTo>
                  <a:lnTo>
                    <a:pt x="528" y="339"/>
                  </a:lnTo>
                  <a:lnTo>
                    <a:pt x="520" y="339"/>
                  </a:lnTo>
                  <a:lnTo>
                    <a:pt x="512" y="336"/>
                  </a:lnTo>
                  <a:lnTo>
                    <a:pt x="505" y="333"/>
                  </a:lnTo>
                  <a:lnTo>
                    <a:pt x="499" y="329"/>
                  </a:lnTo>
                  <a:lnTo>
                    <a:pt x="494" y="324"/>
                  </a:lnTo>
                  <a:lnTo>
                    <a:pt x="489" y="317"/>
                  </a:lnTo>
                  <a:lnTo>
                    <a:pt x="486" y="309"/>
                  </a:lnTo>
                  <a:lnTo>
                    <a:pt x="486" y="309"/>
                  </a:lnTo>
                  <a:lnTo>
                    <a:pt x="485" y="303"/>
                  </a:lnTo>
                  <a:lnTo>
                    <a:pt x="485" y="297"/>
                  </a:lnTo>
                  <a:lnTo>
                    <a:pt x="486" y="291"/>
                  </a:lnTo>
                  <a:lnTo>
                    <a:pt x="487" y="285"/>
                  </a:lnTo>
                  <a:lnTo>
                    <a:pt x="487" y="285"/>
                  </a:lnTo>
                  <a:lnTo>
                    <a:pt x="491" y="278"/>
                  </a:lnTo>
                  <a:lnTo>
                    <a:pt x="497" y="271"/>
                  </a:lnTo>
                  <a:lnTo>
                    <a:pt x="503" y="265"/>
                  </a:lnTo>
                  <a:lnTo>
                    <a:pt x="511" y="261"/>
                  </a:lnTo>
                  <a:lnTo>
                    <a:pt x="511" y="261"/>
                  </a:lnTo>
                  <a:lnTo>
                    <a:pt x="514" y="260"/>
                  </a:lnTo>
                  <a:lnTo>
                    <a:pt x="514" y="260"/>
                  </a:lnTo>
                  <a:lnTo>
                    <a:pt x="520" y="259"/>
                  </a:lnTo>
                  <a:lnTo>
                    <a:pt x="525" y="259"/>
                  </a:lnTo>
                  <a:lnTo>
                    <a:pt x="525" y="259"/>
                  </a:lnTo>
                  <a:lnTo>
                    <a:pt x="532" y="260"/>
                  </a:lnTo>
                  <a:lnTo>
                    <a:pt x="539" y="261"/>
                  </a:lnTo>
                  <a:lnTo>
                    <a:pt x="539" y="261"/>
                  </a:lnTo>
                  <a:lnTo>
                    <a:pt x="546" y="265"/>
                  </a:lnTo>
                  <a:lnTo>
                    <a:pt x="553" y="271"/>
                  </a:lnTo>
                  <a:lnTo>
                    <a:pt x="558" y="277"/>
                  </a:lnTo>
                  <a:lnTo>
                    <a:pt x="563" y="285"/>
                  </a:lnTo>
                  <a:lnTo>
                    <a:pt x="563" y="285"/>
                  </a:lnTo>
                  <a:lnTo>
                    <a:pt x="564" y="288"/>
                  </a:lnTo>
                  <a:lnTo>
                    <a:pt x="564" y="288"/>
                  </a:lnTo>
                  <a:close/>
                  <a:moveTo>
                    <a:pt x="712" y="83"/>
                  </a:moveTo>
                  <a:lnTo>
                    <a:pt x="712" y="83"/>
                  </a:lnTo>
                  <a:lnTo>
                    <a:pt x="711" y="76"/>
                  </a:lnTo>
                  <a:lnTo>
                    <a:pt x="711" y="68"/>
                  </a:lnTo>
                  <a:lnTo>
                    <a:pt x="713" y="60"/>
                  </a:lnTo>
                  <a:lnTo>
                    <a:pt x="716" y="53"/>
                  </a:lnTo>
                  <a:lnTo>
                    <a:pt x="716" y="53"/>
                  </a:lnTo>
                  <a:lnTo>
                    <a:pt x="721" y="47"/>
                  </a:lnTo>
                  <a:lnTo>
                    <a:pt x="727" y="41"/>
                  </a:lnTo>
                  <a:lnTo>
                    <a:pt x="733" y="37"/>
                  </a:lnTo>
                  <a:lnTo>
                    <a:pt x="740" y="34"/>
                  </a:lnTo>
                  <a:lnTo>
                    <a:pt x="740" y="34"/>
                  </a:lnTo>
                  <a:lnTo>
                    <a:pt x="746" y="33"/>
                  </a:lnTo>
                  <a:lnTo>
                    <a:pt x="751" y="33"/>
                  </a:lnTo>
                  <a:lnTo>
                    <a:pt x="751" y="33"/>
                  </a:lnTo>
                  <a:lnTo>
                    <a:pt x="756" y="33"/>
                  </a:lnTo>
                  <a:lnTo>
                    <a:pt x="761" y="34"/>
                  </a:lnTo>
                  <a:lnTo>
                    <a:pt x="765" y="36"/>
                  </a:lnTo>
                  <a:lnTo>
                    <a:pt x="771" y="38"/>
                  </a:lnTo>
                  <a:lnTo>
                    <a:pt x="771" y="38"/>
                  </a:lnTo>
                  <a:lnTo>
                    <a:pt x="777" y="43"/>
                  </a:lnTo>
                  <a:lnTo>
                    <a:pt x="782" y="49"/>
                  </a:lnTo>
                  <a:lnTo>
                    <a:pt x="782" y="49"/>
                  </a:lnTo>
                  <a:lnTo>
                    <a:pt x="786" y="55"/>
                  </a:lnTo>
                  <a:lnTo>
                    <a:pt x="790" y="62"/>
                  </a:lnTo>
                  <a:lnTo>
                    <a:pt x="790" y="62"/>
                  </a:lnTo>
                  <a:lnTo>
                    <a:pt x="791" y="70"/>
                  </a:lnTo>
                  <a:lnTo>
                    <a:pt x="791" y="78"/>
                  </a:lnTo>
                  <a:lnTo>
                    <a:pt x="788" y="85"/>
                  </a:lnTo>
                  <a:lnTo>
                    <a:pt x="785" y="93"/>
                  </a:lnTo>
                  <a:lnTo>
                    <a:pt x="785" y="93"/>
                  </a:lnTo>
                  <a:lnTo>
                    <a:pt x="781" y="99"/>
                  </a:lnTo>
                  <a:lnTo>
                    <a:pt x="775" y="104"/>
                  </a:lnTo>
                  <a:lnTo>
                    <a:pt x="769" y="108"/>
                  </a:lnTo>
                  <a:lnTo>
                    <a:pt x="761" y="112"/>
                  </a:lnTo>
                  <a:lnTo>
                    <a:pt x="761" y="112"/>
                  </a:lnTo>
                  <a:lnTo>
                    <a:pt x="755" y="113"/>
                  </a:lnTo>
                  <a:lnTo>
                    <a:pt x="749" y="113"/>
                  </a:lnTo>
                  <a:lnTo>
                    <a:pt x="744" y="112"/>
                  </a:lnTo>
                  <a:lnTo>
                    <a:pt x="737" y="111"/>
                  </a:lnTo>
                  <a:lnTo>
                    <a:pt x="737" y="111"/>
                  </a:lnTo>
                  <a:lnTo>
                    <a:pt x="731" y="107"/>
                  </a:lnTo>
                  <a:lnTo>
                    <a:pt x="731" y="107"/>
                  </a:lnTo>
                  <a:lnTo>
                    <a:pt x="726" y="103"/>
                  </a:lnTo>
                  <a:lnTo>
                    <a:pt x="721" y="99"/>
                  </a:lnTo>
                  <a:lnTo>
                    <a:pt x="716" y="93"/>
                  </a:lnTo>
                  <a:lnTo>
                    <a:pt x="713" y="86"/>
                  </a:lnTo>
                  <a:lnTo>
                    <a:pt x="713" y="86"/>
                  </a:lnTo>
                  <a:lnTo>
                    <a:pt x="712" y="83"/>
                  </a:lnTo>
                  <a:lnTo>
                    <a:pt x="712" y="83"/>
                  </a:lnTo>
                  <a:close/>
                </a:path>
              </a:pathLst>
            </a:custGeom>
            <a:solidFill>
              <a:srgbClr val="0000D0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251520" y="27732"/>
            <a:ext cx="698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s-ES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Proyecto Final BI</a:t>
            </a:r>
            <a:endParaRPr b="1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3407900" y="944550"/>
            <a:ext cx="57360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04040"/>
              </a:solidFill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Se formarán </a:t>
            </a:r>
            <a:r>
              <a:rPr b="1" lang="es-ES" sz="2000">
                <a:solidFill>
                  <a:srgbClr val="404040"/>
                </a:solidFill>
              </a:rPr>
              <a:t>e</a:t>
            </a:r>
            <a:r>
              <a:rPr b="1" i="0" lang="es-ES" sz="2000" u="none" cap="none" strike="noStrike">
                <a:solidFill>
                  <a:srgbClr val="404040"/>
                </a:solidFill>
              </a:rPr>
              <a:t>quipos</a:t>
            </a: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000">
                <a:solidFill>
                  <a:srgbClr val="404040"/>
                </a:solidFill>
              </a:rPr>
              <a:t>de 3 integrantes.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Todos los Equipos serán Clientes: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✔"/>
            </a:pPr>
            <a:r>
              <a:rPr lang="es-ES" sz="1600">
                <a:solidFill>
                  <a:srgbClr val="404040"/>
                </a:solidFill>
              </a:rPr>
              <a:t>Crearán una empresa ficticia.</a:t>
            </a:r>
            <a:endParaRPr sz="1600">
              <a:solidFill>
                <a:srgbClr val="404040"/>
              </a:solidFill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✔"/>
            </a:pPr>
            <a:r>
              <a:rPr lang="es-ES" sz="1600">
                <a:solidFill>
                  <a:srgbClr val="404040"/>
                </a:solidFill>
              </a:rPr>
              <a:t>E</a:t>
            </a:r>
            <a:r>
              <a:rPr b="0" i="0" lang="es-E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xpondr</a:t>
            </a:r>
            <a:r>
              <a:rPr lang="es-ES" sz="1600">
                <a:solidFill>
                  <a:srgbClr val="404040"/>
                </a:solidFill>
              </a:rPr>
              <a:t>án las necesidades del negocio.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Todos los Equipos serán Desarrolladores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✔"/>
            </a:pPr>
            <a:r>
              <a:rPr lang="es-ES" sz="1600">
                <a:solidFill>
                  <a:srgbClr val="404040"/>
                </a:solidFill>
              </a:rPr>
              <a:t>Crearán un cdm que responda a dichas preguntas</a:t>
            </a:r>
            <a:r>
              <a:rPr b="0" i="0" lang="es-E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✔"/>
            </a:pPr>
            <a:r>
              <a:rPr b="1" i="0" lang="es-ES" sz="1600" u="none" cap="none" strike="noStrike">
                <a:solidFill>
                  <a:srgbClr val="404040"/>
                </a:solidFill>
              </a:rPr>
              <a:t>No</a:t>
            </a:r>
            <a:r>
              <a:rPr b="0" i="0" lang="es-E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podrán existir </a:t>
            </a:r>
            <a:r>
              <a:rPr b="1" lang="es-ES" sz="1600">
                <a:solidFill>
                  <a:srgbClr val="404040"/>
                </a:solidFill>
              </a:rPr>
              <a:t>c</a:t>
            </a:r>
            <a:r>
              <a:rPr b="1" i="0" lang="es-ES" sz="1600" u="none" cap="none" strike="noStrike">
                <a:solidFill>
                  <a:srgbClr val="404040"/>
                </a:solidFill>
              </a:rPr>
              <a:t>asos repetidos</a:t>
            </a:r>
            <a:r>
              <a:rPr b="0" i="0" lang="es-E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✔"/>
            </a:pPr>
            <a:r>
              <a:rPr b="0" i="0" lang="es-E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Deben preparar </a:t>
            </a:r>
            <a:r>
              <a:rPr b="1" i="0" lang="es-ES" sz="1600" u="none" cap="none" strike="noStrike">
                <a:solidFill>
                  <a:srgbClr val="404040"/>
                </a:solidFill>
              </a:rPr>
              <a:t>Power Point</a:t>
            </a:r>
            <a:r>
              <a:rPr b="0" i="0" lang="es-E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explicativos: definición del proyecto, objetivos, datos y los resultados obtenidos</a:t>
            </a:r>
            <a:r>
              <a:rPr lang="es-ES" sz="1600">
                <a:solidFill>
                  <a:srgbClr val="404040"/>
                </a:solidFill>
              </a:rPr>
              <a:t> del cdm</a:t>
            </a:r>
            <a:endParaRPr sz="1600">
              <a:solidFill>
                <a:srgbClr val="404040"/>
              </a:solidFill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Noto Sans Symbols"/>
              <a:buChar char="✔"/>
            </a:pPr>
            <a:r>
              <a:rPr lang="es-ES" sz="1600">
                <a:solidFill>
                  <a:srgbClr val="404040"/>
                </a:solidFill>
              </a:rPr>
              <a:t>Tendrán que hablar los 3 integrantes del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3"/>
          <p:cNvGrpSpPr/>
          <p:nvPr/>
        </p:nvGrpSpPr>
        <p:grpSpPr>
          <a:xfrm>
            <a:off x="-796823" y="6255934"/>
            <a:ext cx="9283231" cy="602530"/>
            <a:chOff x="52024" y="4991769"/>
            <a:chExt cx="6217837" cy="1186549"/>
          </a:xfrm>
        </p:grpSpPr>
        <p:sp>
          <p:nvSpPr>
            <p:cNvPr id="96" name="Google Shape;96;p3"/>
            <p:cNvSpPr/>
            <p:nvPr/>
          </p:nvSpPr>
          <p:spPr>
            <a:xfrm>
              <a:off x="52024" y="4991769"/>
              <a:ext cx="6124756" cy="1152112"/>
            </a:xfrm>
            <a:custGeom>
              <a:rect b="b" l="l" r="r" t="t"/>
              <a:pathLst>
                <a:path extrusionOk="0" h="464" w="788">
                  <a:moveTo>
                    <a:pt x="709" y="458"/>
                  </a:moveTo>
                  <a:lnTo>
                    <a:pt x="708" y="459"/>
                  </a:lnTo>
                  <a:lnTo>
                    <a:pt x="707" y="460"/>
                  </a:lnTo>
                  <a:lnTo>
                    <a:pt x="708" y="458"/>
                  </a:lnTo>
                  <a:lnTo>
                    <a:pt x="709" y="458"/>
                  </a:lnTo>
                  <a:close/>
                  <a:moveTo>
                    <a:pt x="557" y="458"/>
                  </a:moveTo>
                  <a:lnTo>
                    <a:pt x="556" y="459"/>
                  </a:lnTo>
                  <a:lnTo>
                    <a:pt x="554" y="459"/>
                  </a:lnTo>
                  <a:lnTo>
                    <a:pt x="555" y="459"/>
                  </a:lnTo>
                  <a:lnTo>
                    <a:pt x="557" y="458"/>
                  </a:lnTo>
                  <a:close/>
                  <a:moveTo>
                    <a:pt x="583" y="452"/>
                  </a:moveTo>
                  <a:lnTo>
                    <a:pt x="583" y="454"/>
                  </a:lnTo>
                  <a:lnTo>
                    <a:pt x="583" y="455"/>
                  </a:lnTo>
                  <a:lnTo>
                    <a:pt x="582" y="456"/>
                  </a:lnTo>
                  <a:lnTo>
                    <a:pt x="582" y="455"/>
                  </a:lnTo>
                  <a:lnTo>
                    <a:pt x="582" y="454"/>
                  </a:lnTo>
                  <a:lnTo>
                    <a:pt x="582" y="453"/>
                  </a:lnTo>
                  <a:lnTo>
                    <a:pt x="583" y="452"/>
                  </a:lnTo>
                  <a:close/>
                  <a:moveTo>
                    <a:pt x="788" y="434"/>
                  </a:moveTo>
                  <a:lnTo>
                    <a:pt x="787" y="435"/>
                  </a:lnTo>
                  <a:lnTo>
                    <a:pt x="785" y="436"/>
                  </a:lnTo>
                  <a:lnTo>
                    <a:pt x="786" y="435"/>
                  </a:lnTo>
                  <a:lnTo>
                    <a:pt x="788" y="434"/>
                  </a:lnTo>
                  <a:close/>
                  <a:moveTo>
                    <a:pt x="98" y="427"/>
                  </a:moveTo>
                  <a:lnTo>
                    <a:pt x="99" y="427"/>
                  </a:lnTo>
                  <a:lnTo>
                    <a:pt x="98" y="427"/>
                  </a:lnTo>
                  <a:close/>
                  <a:moveTo>
                    <a:pt x="784" y="388"/>
                  </a:moveTo>
                  <a:lnTo>
                    <a:pt x="785" y="389"/>
                  </a:lnTo>
                  <a:lnTo>
                    <a:pt x="784" y="388"/>
                  </a:lnTo>
                  <a:close/>
                  <a:moveTo>
                    <a:pt x="777" y="370"/>
                  </a:moveTo>
                  <a:lnTo>
                    <a:pt x="777" y="371"/>
                  </a:lnTo>
                  <a:lnTo>
                    <a:pt x="777" y="372"/>
                  </a:lnTo>
                  <a:lnTo>
                    <a:pt x="776" y="372"/>
                  </a:lnTo>
                  <a:lnTo>
                    <a:pt x="777" y="370"/>
                  </a:lnTo>
                  <a:close/>
                  <a:moveTo>
                    <a:pt x="780" y="328"/>
                  </a:moveTo>
                  <a:lnTo>
                    <a:pt x="781" y="328"/>
                  </a:lnTo>
                  <a:lnTo>
                    <a:pt x="781" y="329"/>
                  </a:lnTo>
                  <a:lnTo>
                    <a:pt x="781" y="330"/>
                  </a:lnTo>
                  <a:lnTo>
                    <a:pt x="780" y="329"/>
                  </a:lnTo>
                  <a:lnTo>
                    <a:pt x="780" y="328"/>
                  </a:lnTo>
                  <a:close/>
                  <a:moveTo>
                    <a:pt x="783" y="274"/>
                  </a:moveTo>
                  <a:lnTo>
                    <a:pt x="783" y="276"/>
                  </a:lnTo>
                  <a:lnTo>
                    <a:pt x="782" y="277"/>
                  </a:lnTo>
                  <a:lnTo>
                    <a:pt x="782" y="278"/>
                  </a:lnTo>
                  <a:lnTo>
                    <a:pt x="782" y="277"/>
                  </a:lnTo>
                  <a:lnTo>
                    <a:pt x="782" y="276"/>
                  </a:lnTo>
                  <a:lnTo>
                    <a:pt x="783" y="274"/>
                  </a:lnTo>
                  <a:close/>
                  <a:moveTo>
                    <a:pt x="783" y="264"/>
                  </a:moveTo>
                  <a:lnTo>
                    <a:pt x="783" y="268"/>
                  </a:lnTo>
                  <a:lnTo>
                    <a:pt x="782" y="266"/>
                  </a:lnTo>
                  <a:lnTo>
                    <a:pt x="782" y="265"/>
                  </a:lnTo>
                  <a:lnTo>
                    <a:pt x="783" y="264"/>
                  </a:lnTo>
                  <a:close/>
                  <a:moveTo>
                    <a:pt x="782" y="259"/>
                  </a:moveTo>
                  <a:lnTo>
                    <a:pt x="782" y="261"/>
                  </a:lnTo>
                  <a:lnTo>
                    <a:pt x="782" y="262"/>
                  </a:lnTo>
                  <a:lnTo>
                    <a:pt x="782" y="264"/>
                  </a:lnTo>
                  <a:lnTo>
                    <a:pt x="782" y="259"/>
                  </a:lnTo>
                  <a:close/>
                  <a:moveTo>
                    <a:pt x="111" y="252"/>
                  </a:moveTo>
                  <a:lnTo>
                    <a:pt x="110" y="253"/>
                  </a:lnTo>
                  <a:lnTo>
                    <a:pt x="109" y="255"/>
                  </a:lnTo>
                  <a:lnTo>
                    <a:pt x="109" y="254"/>
                  </a:lnTo>
                  <a:lnTo>
                    <a:pt x="109" y="253"/>
                  </a:lnTo>
                  <a:lnTo>
                    <a:pt x="111" y="252"/>
                  </a:lnTo>
                  <a:close/>
                  <a:moveTo>
                    <a:pt x="780" y="250"/>
                  </a:moveTo>
                  <a:lnTo>
                    <a:pt x="780" y="251"/>
                  </a:lnTo>
                  <a:lnTo>
                    <a:pt x="781" y="253"/>
                  </a:lnTo>
                  <a:lnTo>
                    <a:pt x="780" y="252"/>
                  </a:lnTo>
                  <a:lnTo>
                    <a:pt x="780" y="251"/>
                  </a:lnTo>
                  <a:lnTo>
                    <a:pt x="780" y="250"/>
                  </a:lnTo>
                  <a:close/>
                  <a:moveTo>
                    <a:pt x="108" y="218"/>
                  </a:moveTo>
                  <a:lnTo>
                    <a:pt x="108" y="220"/>
                  </a:lnTo>
                  <a:lnTo>
                    <a:pt x="108" y="218"/>
                  </a:lnTo>
                  <a:close/>
                  <a:moveTo>
                    <a:pt x="110" y="205"/>
                  </a:moveTo>
                  <a:lnTo>
                    <a:pt x="109" y="206"/>
                  </a:lnTo>
                  <a:lnTo>
                    <a:pt x="109" y="207"/>
                  </a:lnTo>
                  <a:lnTo>
                    <a:pt x="106" y="209"/>
                  </a:lnTo>
                  <a:lnTo>
                    <a:pt x="108" y="207"/>
                  </a:lnTo>
                  <a:lnTo>
                    <a:pt x="110" y="205"/>
                  </a:lnTo>
                  <a:close/>
                  <a:moveTo>
                    <a:pt x="109" y="194"/>
                  </a:moveTo>
                  <a:lnTo>
                    <a:pt x="108" y="199"/>
                  </a:lnTo>
                  <a:lnTo>
                    <a:pt x="108" y="204"/>
                  </a:lnTo>
                  <a:lnTo>
                    <a:pt x="106" y="203"/>
                  </a:lnTo>
                  <a:lnTo>
                    <a:pt x="106" y="201"/>
                  </a:lnTo>
                  <a:lnTo>
                    <a:pt x="106" y="199"/>
                  </a:lnTo>
                  <a:lnTo>
                    <a:pt x="107" y="197"/>
                  </a:lnTo>
                  <a:lnTo>
                    <a:pt x="109" y="194"/>
                  </a:lnTo>
                  <a:close/>
                  <a:moveTo>
                    <a:pt x="112" y="180"/>
                  </a:moveTo>
                  <a:lnTo>
                    <a:pt x="112" y="182"/>
                  </a:lnTo>
                  <a:lnTo>
                    <a:pt x="112" y="180"/>
                  </a:lnTo>
                  <a:close/>
                  <a:moveTo>
                    <a:pt x="112" y="163"/>
                  </a:moveTo>
                  <a:lnTo>
                    <a:pt x="108" y="163"/>
                  </a:lnTo>
                  <a:lnTo>
                    <a:pt x="109" y="162"/>
                  </a:lnTo>
                  <a:lnTo>
                    <a:pt x="110" y="162"/>
                  </a:lnTo>
                  <a:lnTo>
                    <a:pt x="111" y="162"/>
                  </a:lnTo>
                  <a:lnTo>
                    <a:pt x="112" y="163"/>
                  </a:lnTo>
                  <a:close/>
                  <a:moveTo>
                    <a:pt x="783" y="151"/>
                  </a:moveTo>
                  <a:lnTo>
                    <a:pt x="782" y="154"/>
                  </a:lnTo>
                  <a:lnTo>
                    <a:pt x="782" y="153"/>
                  </a:lnTo>
                  <a:lnTo>
                    <a:pt x="782" y="152"/>
                  </a:lnTo>
                  <a:lnTo>
                    <a:pt x="783" y="151"/>
                  </a:lnTo>
                  <a:close/>
                  <a:moveTo>
                    <a:pt x="112" y="85"/>
                  </a:moveTo>
                  <a:lnTo>
                    <a:pt x="112" y="86"/>
                  </a:lnTo>
                  <a:lnTo>
                    <a:pt x="110" y="86"/>
                  </a:lnTo>
                  <a:lnTo>
                    <a:pt x="111" y="85"/>
                  </a:lnTo>
                  <a:lnTo>
                    <a:pt x="112" y="85"/>
                  </a:lnTo>
                  <a:close/>
                  <a:moveTo>
                    <a:pt x="782" y="21"/>
                  </a:moveTo>
                  <a:lnTo>
                    <a:pt x="782" y="22"/>
                  </a:lnTo>
                  <a:lnTo>
                    <a:pt x="781" y="23"/>
                  </a:lnTo>
                  <a:lnTo>
                    <a:pt x="780" y="23"/>
                  </a:lnTo>
                  <a:lnTo>
                    <a:pt x="782" y="21"/>
                  </a:lnTo>
                  <a:close/>
                  <a:moveTo>
                    <a:pt x="0" y="8"/>
                  </a:moveTo>
                  <a:lnTo>
                    <a:pt x="1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8"/>
                  </a:lnTo>
                  <a:close/>
                  <a:moveTo>
                    <a:pt x="88" y="0"/>
                  </a:moveTo>
                  <a:lnTo>
                    <a:pt x="103" y="7"/>
                  </a:lnTo>
                  <a:lnTo>
                    <a:pt x="110" y="11"/>
                  </a:lnTo>
                  <a:lnTo>
                    <a:pt x="114" y="15"/>
                  </a:lnTo>
                  <a:lnTo>
                    <a:pt x="120" y="16"/>
                  </a:lnTo>
                  <a:lnTo>
                    <a:pt x="128" y="15"/>
                  </a:lnTo>
                  <a:lnTo>
                    <a:pt x="134" y="13"/>
                  </a:lnTo>
                  <a:lnTo>
                    <a:pt x="136" y="13"/>
                  </a:lnTo>
                  <a:lnTo>
                    <a:pt x="137" y="15"/>
                  </a:lnTo>
                  <a:lnTo>
                    <a:pt x="139" y="15"/>
                  </a:lnTo>
                  <a:lnTo>
                    <a:pt x="140" y="16"/>
                  </a:lnTo>
                  <a:lnTo>
                    <a:pt x="146" y="15"/>
                  </a:lnTo>
                  <a:lnTo>
                    <a:pt x="151" y="13"/>
                  </a:lnTo>
                  <a:lnTo>
                    <a:pt x="167" y="16"/>
                  </a:lnTo>
                  <a:lnTo>
                    <a:pt x="169" y="15"/>
                  </a:lnTo>
                  <a:lnTo>
                    <a:pt x="171" y="13"/>
                  </a:lnTo>
                  <a:lnTo>
                    <a:pt x="176" y="13"/>
                  </a:lnTo>
                  <a:lnTo>
                    <a:pt x="179" y="13"/>
                  </a:lnTo>
                  <a:lnTo>
                    <a:pt x="185" y="15"/>
                  </a:lnTo>
                  <a:lnTo>
                    <a:pt x="186" y="13"/>
                  </a:lnTo>
                  <a:lnTo>
                    <a:pt x="187" y="13"/>
                  </a:lnTo>
                  <a:lnTo>
                    <a:pt x="187" y="12"/>
                  </a:lnTo>
                  <a:lnTo>
                    <a:pt x="188" y="12"/>
                  </a:lnTo>
                  <a:lnTo>
                    <a:pt x="189" y="12"/>
                  </a:lnTo>
                  <a:lnTo>
                    <a:pt x="190" y="13"/>
                  </a:lnTo>
                  <a:lnTo>
                    <a:pt x="190" y="15"/>
                  </a:lnTo>
                  <a:lnTo>
                    <a:pt x="191" y="16"/>
                  </a:lnTo>
                  <a:lnTo>
                    <a:pt x="193" y="15"/>
                  </a:lnTo>
                  <a:lnTo>
                    <a:pt x="194" y="13"/>
                  </a:lnTo>
                  <a:lnTo>
                    <a:pt x="196" y="12"/>
                  </a:lnTo>
                  <a:lnTo>
                    <a:pt x="198" y="12"/>
                  </a:lnTo>
                  <a:lnTo>
                    <a:pt x="222" y="12"/>
                  </a:lnTo>
                  <a:lnTo>
                    <a:pt x="224" y="13"/>
                  </a:lnTo>
                  <a:lnTo>
                    <a:pt x="224" y="15"/>
                  </a:lnTo>
                  <a:lnTo>
                    <a:pt x="225" y="15"/>
                  </a:lnTo>
                  <a:lnTo>
                    <a:pt x="226" y="13"/>
                  </a:lnTo>
                  <a:lnTo>
                    <a:pt x="227" y="12"/>
                  </a:lnTo>
                  <a:lnTo>
                    <a:pt x="228" y="12"/>
                  </a:lnTo>
                  <a:lnTo>
                    <a:pt x="228" y="13"/>
                  </a:lnTo>
                  <a:lnTo>
                    <a:pt x="228" y="15"/>
                  </a:lnTo>
                  <a:lnTo>
                    <a:pt x="229" y="15"/>
                  </a:lnTo>
                  <a:lnTo>
                    <a:pt x="229" y="16"/>
                  </a:lnTo>
                  <a:lnTo>
                    <a:pt x="231" y="15"/>
                  </a:lnTo>
                  <a:lnTo>
                    <a:pt x="232" y="13"/>
                  </a:lnTo>
                  <a:lnTo>
                    <a:pt x="233" y="12"/>
                  </a:lnTo>
                  <a:lnTo>
                    <a:pt x="235" y="12"/>
                  </a:lnTo>
                  <a:lnTo>
                    <a:pt x="236" y="12"/>
                  </a:lnTo>
                  <a:lnTo>
                    <a:pt x="238" y="13"/>
                  </a:lnTo>
                  <a:lnTo>
                    <a:pt x="240" y="13"/>
                  </a:lnTo>
                  <a:lnTo>
                    <a:pt x="242" y="15"/>
                  </a:lnTo>
                  <a:lnTo>
                    <a:pt x="244" y="13"/>
                  </a:lnTo>
                  <a:lnTo>
                    <a:pt x="246" y="12"/>
                  </a:lnTo>
                  <a:lnTo>
                    <a:pt x="252" y="13"/>
                  </a:lnTo>
                  <a:lnTo>
                    <a:pt x="285" y="12"/>
                  </a:lnTo>
                  <a:lnTo>
                    <a:pt x="295" y="11"/>
                  </a:lnTo>
                  <a:lnTo>
                    <a:pt x="305" y="11"/>
                  </a:lnTo>
                  <a:lnTo>
                    <a:pt x="326" y="9"/>
                  </a:lnTo>
                  <a:lnTo>
                    <a:pt x="348" y="8"/>
                  </a:lnTo>
                  <a:lnTo>
                    <a:pt x="364" y="8"/>
                  </a:lnTo>
                  <a:lnTo>
                    <a:pt x="387" y="8"/>
                  </a:lnTo>
                  <a:lnTo>
                    <a:pt x="394" y="7"/>
                  </a:lnTo>
                  <a:lnTo>
                    <a:pt x="400" y="6"/>
                  </a:lnTo>
                  <a:lnTo>
                    <a:pt x="405" y="7"/>
                  </a:lnTo>
                  <a:lnTo>
                    <a:pt x="409" y="8"/>
                  </a:lnTo>
                  <a:lnTo>
                    <a:pt x="411" y="8"/>
                  </a:lnTo>
                  <a:lnTo>
                    <a:pt x="412" y="7"/>
                  </a:lnTo>
                  <a:lnTo>
                    <a:pt x="414" y="7"/>
                  </a:lnTo>
                  <a:lnTo>
                    <a:pt x="416" y="6"/>
                  </a:lnTo>
                  <a:lnTo>
                    <a:pt x="417" y="7"/>
                  </a:lnTo>
                  <a:lnTo>
                    <a:pt x="418" y="7"/>
                  </a:lnTo>
                  <a:lnTo>
                    <a:pt x="419" y="8"/>
                  </a:lnTo>
                  <a:lnTo>
                    <a:pt x="420" y="8"/>
                  </a:lnTo>
                  <a:lnTo>
                    <a:pt x="455" y="6"/>
                  </a:lnTo>
                  <a:lnTo>
                    <a:pt x="457" y="6"/>
                  </a:lnTo>
                  <a:lnTo>
                    <a:pt x="458" y="6"/>
                  </a:lnTo>
                  <a:lnTo>
                    <a:pt x="459" y="6"/>
                  </a:lnTo>
                  <a:lnTo>
                    <a:pt x="460" y="7"/>
                  </a:lnTo>
                  <a:lnTo>
                    <a:pt x="461" y="8"/>
                  </a:lnTo>
                  <a:lnTo>
                    <a:pt x="463" y="8"/>
                  </a:lnTo>
                  <a:lnTo>
                    <a:pt x="464" y="8"/>
                  </a:lnTo>
                  <a:lnTo>
                    <a:pt x="466" y="7"/>
                  </a:lnTo>
                  <a:lnTo>
                    <a:pt x="468" y="6"/>
                  </a:lnTo>
                  <a:lnTo>
                    <a:pt x="469" y="6"/>
                  </a:lnTo>
                  <a:lnTo>
                    <a:pt x="485" y="5"/>
                  </a:lnTo>
                  <a:lnTo>
                    <a:pt x="496" y="5"/>
                  </a:lnTo>
                  <a:lnTo>
                    <a:pt x="503" y="5"/>
                  </a:lnTo>
                  <a:lnTo>
                    <a:pt x="518" y="6"/>
                  </a:lnTo>
                  <a:lnTo>
                    <a:pt x="546" y="7"/>
                  </a:lnTo>
                  <a:lnTo>
                    <a:pt x="590" y="6"/>
                  </a:lnTo>
                  <a:lnTo>
                    <a:pt x="592" y="7"/>
                  </a:lnTo>
                  <a:lnTo>
                    <a:pt x="594" y="8"/>
                  </a:lnTo>
                  <a:lnTo>
                    <a:pt x="596" y="9"/>
                  </a:lnTo>
                  <a:lnTo>
                    <a:pt x="598" y="9"/>
                  </a:lnTo>
                  <a:lnTo>
                    <a:pt x="599" y="9"/>
                  </a:lnTo>
                  <a:lnTo>
                    <a:pt x="600" y="8"/>
                  </a:lnTo>
                  <a:lnTo>
                    <a:pt x="602" y="7"/>
                  </a:lnTo>
                  <a:lnTo>
                    <a:pt x="630" y="8"/>
                  </a:lnTo>
                  <a:lnTo>
                    <a:pt x="634" y="8"/>
                  </a:lnTo>
                  <a:lnTo>
                    <a:pt x="635" y="7"/>
                  </a:lnTo>
                  <a:lnTo>
                    <a:pt x="640" y="8"/>
                  </a:lnTo>
                  <a:lnTo>
                    <a:pt x="644" y="8"/>
                  </a:lnTo>
                  <a:lnTo>
                    <a:pt x="644" y="9"/>
                  </a:lnTo>
                  <a:lnTo>
                    <a:pt x="645" y="9"/>
                  </a:lnTo>
                  <a:lnTo>
                    <a:pt x="645" y="10"/>
                  </a:lnTo>
                  <a:lnTo>
                    <a:pt x="646" y="10"/>
                  </a:lnTo>
                  <a:lnTo>
                    <a:pt x="647" y="10"/>
                  </a:lnTo>
                  <a:lnTo>
                    <a:pt x="647" y="8"/>
                  </a:lnTo>
                  <a:lnTo>
                    <a:pt x="651" y="9"/>
                  </a:lnTo>
                  <a:lnTo>
                    <a:pt x="674" y="8"/>
                  </a:lnTo>
                  <a:lnTo>
                    <a:pt x="679" y="9"/>
                  </a:lnTo>
                  <a:lnTo>
                    <a:pt x="684" y="10"/>
                  </a:lnTo>
                  <a:lnTo>
                    <a:pt x="689" y="10"/>
                  </a:lnTo>
                  <a:lnTo>
                    <a:pt x="693" y="10"/>
                  </a:lnTo>
                  <a:lnTo>
                    <a:pt x="696" y="12"/>
                  </a:lnTo>
                  <a:lnTo>
                    <a:pt x="698" y="12"/>
                  </a:lnTo>
                  <a:lnTo>
                    <a:pt x="701" y="12"/>
                  </a:lnTo>
                  <a:lnTo>
                    <a:pt x="703" y="12"/>
                  </a:lnTo>
                  <a:lnTo>
                    <a:pt x="703" y="13"/>
                  </a:lnTo>
                  <a:lnTo>
                    <a:pt x="705" y="15"/>
                  </a:lnTo>
                  <a:lnTo>
                    <a:pt x="706" y="13"/>
                  </a:lnTo>
                  <a:lnTo>
                    <a:pt x="707" y="12"/>
                  </a:lnTo>
                  <a:lnTo>
                    <a:pt x="710" y="10"/>
                  </a:lnTo>
                  <a:lnTo>
                    <a:pt x="711" y="10"/>
                  </a:lnTo>
                  <a:lnTo>
                    <a:pt x="713" y="10"/>
                  </a:lnTo>
                  <a:lnTo>
                    <a:pt x="716" y="10"/>
                  </a:lnTo>
                  <a:lnTo>
                    <a:pt x="720" y="10"/>
                  </a:lnTo>
                  <a:lnTo>
                    <a:pt x="723" y="10"/>
                  </a:lnTo>
                  <a:lnTo>
                    <a:pt x="724" y="12"/>
                  </a:lnTo>
                  <a:lnTo>
                    <a:pt x="725" y="12"/>
                  </a:lnTo>
                  <a:lnTo>
                    <a:pt x="727" y="13"/>
                  </a:lnTo>
                  <a:lnTo>
                    <a:pt x="728" y="12"/>
                  </a:lnTo>
                  <a:lnTo>
                    <a:pt x="727" y="11"/>
                  </a:lnTo>
                  <a:lnTo>
                    <a:pt x="728" y="11"/>
                  </a:lnTo>
                  <a:lnTo>
                    <a:pt x="729" y="11"/>
                  </a:lnTo>
                  <a:lnTo>
                    <a:pt x="730" y="12"/>
                  </a:lnTo>
                  <a:lnTo>
                    <a:pt x="731" y="13"/>
                  </a:lnTo>
                  <a:lnTo>
                    <a:pt x="733" y="11"/>
                  </a:lnTo>
                  <a:lnTo>
                    <a:pt x="735" y="13"/>
                  </a:lnTo>
                  <a:lnTo>
                    <a:pt x="735" y="12"/>
                  </a:lnTo>
                  <a:lnTo>
                    <a:pt x="736" y="11"/>
                  </a:lnTo>
                  <a:lnTo>
                    <a:pt x="737" y="11"/>
                  </a:lnTo>
                  <a:lnTo>
                    <a:pt x="740" y="11"/>
                  </a:lnTo>
                  <a:lnTo>
                    <a:pt x="743" y="12"/>
                  </a:lnTo>
                  <a:lnTo>
                    <a:pt x="745" y="12"/>
                  </a:lnTo>
                  <a:lnTo>
                    <a:pt x="746" y="15"/>
                  </a:lnTo>
                  <a:lnTo>
                    <a:pt x="749" y="18"/>
                  </a:lnTo>
                  <a:lnTo>
                    <a:pt x="751" y="15"/>
                  </a:lnTo>
                  <a:lnTo>
                    <a:pt x="752" y="12"/>
                  </a:lnTo>
                  <a:lnTo>
                    <a:pt x="752" y="10"/>
                  </a:lnTo>
                  <a:lnTo>
                    <a:pt x="751" y="9"/>
                  </a:lnTo>
                  <a:lnTo>
                    <a:pt x="768" y="15"/>
                  </a:lnTo>
                  <a:lnTo>
                    <a:pt x="785" y="18"/>
                  </a:lnTo>
                  <a:lnTo>
                    <a:pt x="785" y="20"/>
                  </a:lnTo>
                  <a:lnTo>
                    <a:pt x="786" y="23"/>
                  </a:lnTo>
                  <a:lnTo>
                    <a:pt x="785" y="24"/>
                  </a:lnTo>
                  <a:lnTo>
                    <a:pt x="784" y="25"/>
                  </a:lnTo>
                  <a:lnTo>
                    <a:pt x="782" y="25"/>
                  </a:lnTo>
                  <a:lnTo>
                    <a:pt x="783" y="26"/>
                  </a:lnTo>
                  <a:lnTo>
                    <a:pt x="785" y="27"/>
                  </a:lnTo>
                  <a:lnTo>
                    <a:pt x="782" y="28"/>
                  </a:lnTo>
                  <a:lnTo>
                    <a:pt x="780" y="29"/>
                  </a:lnTo>
                  <a:lnTo>
                    <a:pt x="779" y="31"/>
                  </a:lnTo>
                  <a:lnTo>
                    <a:pt x="779" y="32"/>
                  </a:lnTo>
                  <a:lnTo>
                    <a:pt x="778" y="35"/>
                  </a:lnTo>
                  <a:lnTo>
                    <a:pt x="779" y="37"/>
                  </a:lnTo>
                  <a:lnTo>
                    <a:pt x="780" y="56"/>
                  </a:lnTo>
                  <a:lnTo>
                    <a:pt x="781" y="59"/>
                  </a:lnTo>
                  <a:lnTo>
                    <a:pt x="780" y="60"/>
                  </a:lnTo>
                  <a:lnTo>
                    <a:pt x="780" y="62"/>
                  </a:lnTo>
                  <a:lnTo>
                    <a:pt x="778" y="64"/>
                  </a:lnTo>
                  <a:lnTo>
                    <a:pt x="777" y="66"/>
                  </a:lnTo>
                  <a:lnTo>
                    <a:pt x="777" y="67"/>
                  </a:lnTo>
                  <a:lnTo>
                    <a:pt x="777" y="69"/>
                  </a:lnTo>
                  <a:lnTo>
                    <a:pt x="779" y="71"/>
                  </a:lnTo>
                  <a:lnTo>
                    <a:pt x="780" y="75"/>
                  </a:lnTo>
                  <a:lnTo>
                    <a:pt x="779" y="76"/>
                  </a:lnTo>
                  <a:lnTo>
                    <a:pt x="778" y="77"/>
                  </a:lnTo>
                  <a:lnTo>
                    <a:pt x="779" y="77"/>
                  </a:lnTo>
                  <a:lnTo>
                    <a:pt x="780" y="78"/>
                  </a:lnTo>
                  <a:lnTo>
                    <a:pt x="780" y="79"/>
                  </a:lnTo>
                  <a:lnTo>
                    <a:pt x="779" y="80"/>
                  </a:lnTo>
                  <a:lnTo>
                    <a:pt x="779" y="81"/>
                  </a:lnTo>
                  <a:lnTo>
                    <a:pt x="779" y="83"/>
                  </a:lnTo>
                  <a:lnTo>
                    <a:pt x="780" y="84"/>
                  </a:lnTo>
                  <a:lnTo>
                    <a:pt x="782" y="85"/>
                  </a:lnTo>
                  <a:lnTo>
                    <a:pt x="782" y="87"/>
                  </a:lnTo>
                  <a:lnTo>
                    <a:pt x="782" y="88"/>
                  </a:lnTo>
                  <a:lnTo>
                    <a:pt x="781" y="89"/>
                  </a:lnTo>
                  <a:lnTo>
                    <a:pt x="780" y="91"/>
                  </a:lnTo>
                  <a:lnTo>
                    <a:pt x="780" y="92"/>
                  </a:lnTo>
                  <a:lnTo>
                    <a:pt x="780" y="95"/>
                  </a:lnTo>
                  <a:lnTo>
                    <a:pt x="781" y="98"/>
                  </a:lnTo>
                  <a:lnTo>
                    <a:pt x="779" y="97"/>
                  </a:lnTo>
                  <a:lnTo>
                    <a:pt x="778" y="95"/>
                  </a:lnTo>
                  <a:lnTo>
                    <a:pt x="777" y="93"/>
                  </a:lnTo>
                  <a:lnTo>
                    <a:pt x="776" y="91"/>
                  </a:lnTo>
                  <a:lnTo>
                    <a:pt x="776" y="94"/>
                  </a:lnTo>
                  <a:lnTo>
                    <a:pt x="777" y="96"/>
                  </a:lnTo>
                  <a:lnTo>
                    <a:pt x="777" y="97"/>
                  </a:lnTo>
                  <a:lnTo>
                    <a:pt x="776" y="98"/>
                  </a:lnTo>
                  <a:lnTo>
                    <a:pt x="775" y="98"/>
                  </a:lnTo>
                  <a:lnTo>
                    <a:pt x="775" y="99"/>
                  </a:lnTo>
                  <a:lnTo>
                    <a:pt x="775" y="100"/>
                  </a:lnTo>
                  <a:lnTo>
                    <a:pt x="776" y="99"/>
                  </a:lnTo>
                  <a:lnTo>
                    <a:pt x="778" y="102"/>
                  </a:lnTo>
                  <a:lnTo>
                    <a:pt x="778" y="104"/>
                  </a:lnTo>
                  <a:lnTo>
                    <a:pt x="779" y="105"/>
                  </a:lnTo>
                  <a:lnTo>
                    <a:pt x="778" y="110"/>
                  </a:lnTo>
                  <a:lnTo>
                    <a:pt x="777" y="115"/>
                  </a:lnTo>
                  <a:lnTo>
                    <a:pt x="777" y="118"/>
                  </a:lnTo>
                  <a:lnTo>
                    <a:pt x="778" y="121"/>
                  </a:lnTo>
                  <a:lnTo>
                    <a:pt x="779" y="121"/>
                  </a:lnTo>
                  <a:lnTo>
                    <a:pt x="780" y="120"/>
                  </a:lnTo>
                  <a:lnTo>
                    <a:pt x="781" y="120"/>
                  </a:lnTo>
                  <a:lnTo>
                    <a:pt x="781" y="124"/>
                  </a:lnTo>
                  <a:lnTo>
                    <a:pt x="779" y="123"/>
                  </a:lnTo>
                  <a:lnTo>
                    <a:pt x="777" y="121"/>
                  </a:lnTo>
                  <a:lnTo>
                    <a:pt x="776" y="122"/>
                  </a:lnTo>
                  <a:lnTo>
                    <a:pt x="775" y="125"/>
                  </a:lnTo>
                  <a:lnTo>
                    <a:pt x="775" y="126"/>
                  </a:lnTo>
                  <a:lnTo>
                    <a:pt x="776" y="128"/>
                  </a:lnTo>
                  <a:lnTo>
                    <a:pt x="777" y="129"/>
                  </a:lnTo>
                  <a:lnTo>
                    <a:pt x="778" y="131"/>
                  </a:lnTo>
                  <a:lnTo>
                    <a:pt x="783" y="135"/>
                  </a:lnTo>
                  <a:lnTo>
                    <a:pt x="781" y="136"/>
                  </a:lnTo>
                  <a:lnTo>
                    <a:pt x="781" y="137"/>
                  </a:lnTo>
                  <a:lnTo>
                    <a:pt x="780" y="138"/>
                  </a:lnTo>
                  <a:lnTo>
                    <a:pt x="781" y="141"/>
                  </a:lnTo>
                  <a:lnTo>
                    <a:pt x="782" y="143"/>
                  </a:lnTo>
                  <a:lnTo>
                    <a:pt x="780" y="143"/>
                  </a:lnTo>
                  <a:lnTo>
                    <a:pt x="778" y="144"/>
                  </a:lnTo>
                  <a:lnTo>
                    <a:pt x="778" y="148"/>
                  </a:lnTo>
                  <a:lnTo>
                    <a:pt x="778" y="149"/>
                  </a:lnTo>
                  <a:lnTo>
                    <a:pt x="778" y="151"/>
                  </a:lnTo>
                  <a:lnTo>
                    <a:pt x="778" y="155"/>
                  </a:lnTo>
                  <a:lnTo>
                    <a:pt x="778" y="156"/>
                  </a:lnTo>
                  <a:lnTo>
                    <a:pt x="779" y="158"/>
                  </a:lnTo>
                  <a:lnTo>
                    <a:pt x="780" y="160"/>
                  </a:lnTo>
                  <a:lnTo>
                    <a:pt x="781" y="162"/>
                  </a:lnTo>
                  <a:lnTo>
                    <a:pt x="781" y="160"/>
                  </a:lnTo>
                  <a:lnTo>
                    <a:pt x="782" y="156"/>
                  </a:lnTo>
                  <a:lnTo>
                    <a:pt x="782" y="163"/>
                  </a:lnTo>
                  <a:lnTo>
                    <a:pt x="782" y="169"/>
                  </a:lnTo>
                  <a:lnTo>
                    <a:pt x="781" y="179"/>
                  </a:lnTo>
                  <a:lnTo>
                    <a:pt x="782" y="181"/>
                  </a:lnTo>
                  <a:lnTo>
                    <a:pt x="782" y="182"/>
                  </a:lnTo>
                  <a:lnTo>
                    <a:pt x="783" y="182"/>
                  </a:lnTo>
                  <a:lnTo>
                    <a:pt x="783" y="184"/>
                  </a:lnTo>
                  <a:lnTo>
                    <a:pt x="783" y="186"/>
                  </a:lnTo>
                  <a:lnTo>
                    <a:pt x="781" y="187"/>
                  </a:lnTo>
                  <a:lnTo>
                    <a:pt x="783" y="190"/>
                  </a:lnTo>
                  <a:lnTo>
                    <a:pt x="782" y="190"/>
                  </a:lnTo>
                  <a:lnTo>
                    <a:pt x="781" y="190"/>
                  </a:lnTo>
                  <a:lnTo>
                    <a:pt x="781" y="191"/>
                  </a:lnTo>
                  <a:lnTo>
                    <a:pt x="782" y="192"/>
                  </a:lnTo>
                  <a:lnTo>
                    <a:pt x="782" y="193"/>
                  </a:lnTo>
                  <a:lnTo>
                    <a:pt x="784" y="192"/>
                  </a:lnTo>
                  <a:lnTo>
                    <a:pt x="785" y="198"/>
                  </a:lnTo>
                  <a:lnTo>
                    <a:pt x="786" y="203"/>
                  </a:lnTo>
                  <a:lnTo>
                    <a:pt x="785" y="205"/>
                  </a:lnTo>
                  <a:lnTo>
                    <a:pt x="784" y="206"/>
                  </a:lnTo>
                  <a:lnTo>
                    <a:pt x="782" y="207"/>
                  </a:lnTo>
                  <a:lnTo>
                    <a:pt x="781" y="209"/>
                  </a:lnTo>
                  <a:lnTo>
                    <a:pt x="782" y="211"/>
                  </a:lnTo>
                  <a:lnTo>
                    <a:pt x="782" y="212"/>
                  </a:lnTo>
                  <a:lnTo>
                    <a:pt x="783" y="213"/>
                  </a:lnTo>
                  <a:lnTo>
                    <a:pt x="782" y="214"/>
                  </a:lnTo>
                  <a:lnTo>
                    <a:pt x="782" y="215"/>
                  </a:lnTo>
                  <a:lnTo>
                    <a:pt x="783" y="218"/>
                  </a:lnTo>
                  <a:lnTo>
                    <a:pt x="784" y="219"/>
                  </a:lnTo>
                  <a:lnTo>
                    <a:pt x="785" y="220"/>
                  </a:lnTo>
                  <a:lnTo>
                    <a:pt x="785" y="222"/>
                  </a:lnTo>
                  <a:lnTo>
                    <a:pt x="785" y="223"/>
                  </a:lnTo>
                  <a:lnTo>
                    <a:pt x="784" y="225"/>
                  </a:lnTo>
                  <a:lnTo>
                    <a:pt x="781" y="228"/>
                  </a:lnTo>
                  <a:lnTo>
                    <a:pt x="782" y="233"/>
                  </a:lnTo>
                  <a:lnTo>
                    <a:pt x="782" y="232"/>
                  </a:lnTo>
                  <a:lnTo>
                    <a:pt x="784" y="230"/>
                  </a:lnTo>
                  <a:lnTo>
                    <a:pt x="784" y="231"/>
                  </a:lnTo>
                  <a:lnTo>
                    <a:pt x="783" y="232"/>
                  </a:lnTo>
                  <a:lnTo>
                    <a:pt x="783" y="233"/>
                  </a:lnTo>
                  <a:lnTo>
                    <a:pt x="783" y="234"/>
                  </a:lnTo>
                  <a:lnTo>
                    <a:pt x="780" y="237"/>
                  </a:lnTo>
                  <a:lnTo>
                    <a:pt x="783" y="239"/>
                  </a:lnTo>
                  <a:lnTo>
                    <a:pt x="785" y="237"/>
                  </a:lnTo>
                  <a:lnTo>
                    <a:pt x="784" y="239"/>
                  </a:lnTo>
                  <a:lnTo>
                    <a:pt x="784" y="240"/>
                  </a:lnTo>
                  <a:lnTo>
                    <a:pt x="783" y="243"/>
                  </a:lnTo>
                  <a:lnTo>
                    <a:pt x="784" y="247"/>
                  </a:lnTo>
                  <a:lnTo>
                    <a:pt x="785" y="249"/>
                  </a:lnTo>
                  <a:lnTo>
                    <a:pt x="785" y="252"/>
                  </a:lnTo>
                  <a:lnTo>
                    <a:pt x="786" y="254"/>
                  </a:lnTo>
                  <a:lnTo>
                    <a:pt x="785" y="256"/>
                  </a:lnTo>
                  <a:lnTo>
                    <a:pt x="785" y="257"/>
                  </a:lnTo>
                  <a:lnTo>
                    <a:pt x="784" y="257"/>
                  </a:lnTo>
                  <a:lnTo>
                    <a:pt x="783" y="258"/>
                  </a:lnTo>
                  <a:lnTo>
                    <a:pt x="784" y="261"/>
                  </a:lnTo>
                  <a:lnTo>
                    <a:pt x="785" y="264"/>
                  </a:lnTo>
                  <a:lnTo>
                    <a:pt x="786" y="268"/>
                  </a:lnTo>
                  <a:lnTo>
                    <a:pt x="787" y="270"/>
                  </a:lnTo>
                  <a:lnTo>
                    <a:pt x="786" y="272"/>
                  </a:lnTo>
                  <a:lnTo>
                    <a:pt x="785" y="274"/>
                  </a:lnTo>
                  <a:lnTo>
                    <a:pt x="783" y="278"/>
                  </a:lnTo>
                  <a:lnTo>
                    <a:pt x="784" y="278"/>
                  </a:lnTo>
                  <a:lnTo>
                    <a:pt x="786" y="278"/>
                  </a:lnTo>
                  <a:lnTo>
                    <a:pt x="786" y="279"/>
                  </a:lnTo>
                  <a:lnTo>
                    <a:pt x="787" y="280"/>
                  </a:lnTo>
                  <a:lnTo>
                    <a:pt x="787" y="281"/>
                  </a:lnTo>
                  <a:lnTo>
                    <a:pt x="786" y="283"/>
                  </a:lnTo>
                  <a:lnTo>
                    <a:pt x="785" y="287"/>
                  </a:lnTo>
                  <a:lnTo>
                    <a:pt x="787" y="288"/>
                  </a:lnTo>
                  <a:lnTo>
                    <a:pt x="787" y="285"/>
                  </a:lnTo>
                  <a:lnTo>
                    <a:pt x="788" y="283"/>
                  </a:lnTo>
                  <a:lnTo>
                    <a:pt x="788" y="285"/>
                  </a:lnTo>
                  <a:lnTo>
                    <a:pt x="788" y="288"/>
                  </a:lnTo>
                  <a:lnTo>
                    <a:pt x="787" y="288"/>
                  </a:lnTo>
                  <a:lnTo>
                    <a:pt x="786" y="288"/>
                  </a:lnTo>
                  <a:lnTo>
                    <a:pt x="786" y="289"/>
                  </a:lnTo>
                  <a:lnTo>
                    <a:pt x="786" y="291"/>
                  </a:lnTo>
                  <a:lnTo>
                    <a:pt x="787" y="293"/>
                  </a:lnTo>
                  <a:lnTo>
                    <a:pt x="788" y="297"/>
                  </a:lnTo>
                  <a:lnTo>
                    <a:pt x="787" y="299"/>
                  </a:lnTo>
                  <a:lnTo>
                    <a:pt x="787" y="302"/>
                  </a:lnTo>
                  <a:lnTo>
                    <a:pt x="786" y="303"/>
                  </a:lnTo>
                  <a:lnTo>
                    <a:pt x="785" y="306"/>
                  </a:lnTo>
                  <a:lnTo>
                    <a:pt x="783" y="308"/>
                  </a:lnTo>
                  <a:lnTo>
                    <a:pt x="781" y="309"/>
                  </a:lnTo>
                  <a:lnTo>
                    <a:pt x="783" y="310"/>
                  </a:lnTo>
                  <a:lnTo>
                    <a:pt x="784" y="311"/>
                  </a:lnTo>
                  <a:lnTo>
                    <a:pt x="784" y="313"/>
                  </a:lnTo>
                  <a:lnTo>
                    <a:pt x="784" y="314"/>
                  </a:lnTo>
                  <a:lnTo>
                    <a:pt x="783" y="314"/>
                  </a:lnTo>
                  <a:lnTo>
                    <a:pt x="782" y="315"/>
                  </a:lnTo>
                  <a:lnTo>
                    <a:pt x="781" y="316"/>
                  </a:lnTo>
                  <a:lnTo>
                    <a:pt x="781" y="317"/>
                  </a:lnTo>
                  <a:lnTo>
                    <a:pt x="782" y="318"/>
                  </a:lnTo>
                  <a:lnTo>
                    <a:pt x="783" y="318"/>
                  </a:lnTo>
                  <a:lnTo>
                    <a:pt x="783" y="322"/>
                  </a:lnTo>
                  <a:lnTo>
                    <a:pt x="783" y="324"/>
                  </a:lnTo>
                  <a:lnTo>
                    <a:pt x="784" y="325"/>
                  </a:lnTo>
                  <a:lnTo>
                    <a:pt x="784" y="329"/>
                  </a:lnTo>
                  <a:lnTo>
                    <a:pt x="783" y="331"/>
                  </a:lnTo>
                  <a:lnTo>
                    <a:pt x="780" y="334"/>
                  </a:lnTo>
                  <a:lnTo>
                    <a:pt x="779" y="335"/>
                  </a:lnTo>
                  <a:lnTo>
                    <a:pt x="779" y="337"/>
                  </a:lnTo>
                  <a:lnTo>
                    <a:pt x="779" y="338"/>
                  </a:lnTo>
                  <a:lnTo>
                    <a:pt x="780" y="340"/>
                  </a:lnTo>
                  <a:lnTo>
                    <a:pt x="783" y="343"/>
                  </a:lnTo>
                  <a:lnTo>
                    <a:pt x="781" y="343"/>
                  </a:lnTo>
                  <a:lnTo>
                    <a:pt x="779" y="345"/>
                  </a:lnTo>
                  <a:lnTo>
                    <a:pt x="780" y="346"/>
                  </a:lnTo>
                  <a:lnTo>
                    <a:pt x="781" y="346"/>
                  </a:lnTo>
                  <a:lnTo>
                    <a:pt x="783" y="347"/>
                  </a:lnTo>
                  <a:lnTo>
                    <a:pt x="783" y="349"/>
                  </a:lnTo>
                  <a:lnTo>
                    <a:pt x="783" y="350"/>
                  </a:lnTo>
                  <a:lnTo>
                    <a:pt x="782" y="351"/>
                  </a:lnTo>
                  <a:lnTo>
                    <a:pt x="782" y="353"/>
                  </a:lnTo>
                  <a:lnTo>
                    <a:pt x="782" y="356"/>
                  </a:lnTo>
                  <a:lnTo>
                    <a:pt x="782" y="359"/>
                  </a:lnTo>
                  <a:lnTo>
                    <a:pt x="781" y="364"/>
                  </a:lnTo>
                  <a:lnTo>
                    <a:pt x="780" y="367"/>
                  </a:lnTo>
                  <a:lnTo>
                    <a:pt x="780" y="368"/>
                  </a:lnTo>
                  <a:lnTo>
                    <a:pt x="781" y="369"/>
                  </a:lnTo>
                  <a:lnTo>
                    <a:pt x="782" y="367"/>
                  </a:lnTo>
                  <a:lnTo>
                    <a:pt x="783" y="367"/>
                  </a:lnTo>
                  <a:lnTo>
                    <a:pt x="782" y="370"/>
                  </a:lnTo>
                  <a:lnTo>
                    <a:pt x="782" y="371"/>
                  </a:lnTo>
                  <a:lnTo>
                    <a:pt x="782" y="372"/>
                  </a:lnTo>
                  <a:lnTo>
                    <a:pt x="782" y="373"/>
                  </a:lnTo>
                  <a:lnTo>
                    <a:pt x="780" y="374"/>
                  </a:lnTo>
                  <a:lnTo>
                    <a:pt x="779" y="375"/>
                  </a:lnTo>
                  <a:lnTo>
                    <a:pt x="779" y="376"/>
                  </a:lnTo>
                  <a:lnTo>
                    <a:pt x="779" y="377"/>
                  </a:lnTo>
                  <a:lnTo>
                    <a:pt x="781" y="378"/>
                  </a:lnTo>
                  <a:lnTo>
                    <a:pt x="784" y="380"/>
                  </a:lnTo>
                  <a:lnTo>
                    <a:pt x="783" y="381"/>
                  </a:lnTo>
                  <a:lnTo>
                    <a:pt x="782" y="382"/>
                  </a:lnTo>
                  <a:lnTo>
                    <a:pt x="783" y="381"/>
                  </a:lnTo>
                  <a:lnTo>
                    <a:pt x="782" y="379"/>
                  </a:lnTo>
                  <a:lnTo>
                    <a:pt x="779" y="379"/>
                  </a:lnTo>
                  <a:lnTo>
                    <a:pt x="779" y="381"/>
                  </a:lnTo>
                  <a:lnTo>
                    <a:pt x="779" y="384"/>
                  </a:lnTo>
                  <a:lnTo>
                    <a:pt x="779" y="385"/>
                  </a:lnTo>
                  <a:lnTo>
                    <a:pt x="780" y="385"/>
                  </a:lnTo>
                  <a:lnTo>
                    <a:pt x="782" y="385"/>
                  </a:lnTo>
                  <a:lnTo>
                    <a:pt x="782" y="386"/>
                  </a:lnTo>
                  <a:lnTo>
                    <a:pt x="782" y="388"/>
                  </a:lnTo>
                  <a:lnTo>
                    <a:pt x="781" y="389"/>
                  </a:lnTo>
                  <a:lnTo>
                    <a:pt x="781" y="390"/>
                  </a:lnTo>
                  <a:lnTo>
                    <a:pt x="780" y="393"/>
                  </a:lnTo>
                  <a:lnTo>
                    <a:pt x="780" y="395"/>
                  </a:lnTo>
                  <a:lnTo>
                    <a:pt x="781" y="396"/>
                  </a:lnTo>
                  <a:lnTo>
                    <a:pt x="782" y="396"/>
                  </a:lnTo>
                  <a:lnTo>
                    <a:pt x="783" y="396"/>
                  </a:lnTo>
                  <a:lnTo>
                    <a:pt x="784" y="395"/>
                  </a:lnTo>
                  <a:lnTo>
                    <a:pt x="785" y="395"/>
                  </a:lnTo>
                  <a:lnTo>
                    <a:pt x="784" y="397"/>
                  </a:lnTo>
                  <a:lnTo>
                    <a:pt x="784" y="399"/>
                  </a:lnTo>
                  <a:lnTo>
                    <a:pt x="783" y="398"/>
                  </a:lnTo>
                  <a:lnTo>
                    <a:pt x="782" y="398"/>
                  </a:lnTo>
                  <a:lnTo>
                    <a:pt x="782" y="402"/>
                  </a:lnTo>
                  <a:lnTo>
                    <a:pt x="782" y="406"/>
                  </a:lnTo>
                  <a:lnTo>
                    <a:pt x="782" y="412"/>
                  </a:lnTo>
                  <a:lnTo>
                    <a:pt x="781" y="413"/>
                  </a:lnTo>
                  <a:lnTo>
                    <a:pt x="780" y="415"/>
                  </a:lnTo>
                  <a:lnTo>
                    <a:pt x="777" y="418"/>
                  </a:lnTo>
                  <a:lnTo>
                    <a:pt x="772" y="424"/>
                  </a:lnTo>
                  <a:lnTo>
                    <a:pt x="769" y="421"/>
                  </a:lnTo>
                  <a:lnTo>
                    <a:pt x="766" y="416"/>
                  </a:lnTo>
                  <a:lnTo>
                    <a:pt x="764" y="411"/>
                  </a:lnTo>
                  <a:lnTo>
                    <a:pt x="763" y="406"/>
                  </a:lnTo>
                  <a:lnTo>
                    <a:pt x="761" y="396"/>
                  </a:lnTo>
                  <a:lnTo>
                    <a:pt x="759" y="385"/>
                  </a:lnTo>
                  <a:lnTo>
                    <a:pt x="759" y="376"/>
                  </a:lnTo>
                  <a:lnTo>
                    <a:pt x="759" y="371"/>
                  </a:lnTo>
                  <a:lnTo>
                    <a:pt x="759" y="368"/>
                  </a:lnTo>
                  <a:lnTo>
                    <a:pt x="760" y="355"/>
                  </a:lnTo>
                  <a:lnTo>
                    <a:pt x="761" y="346"/>
                  </a:lnTo>
                  <a:lnTo>
                    <a:pt x="761" y="345"/>
                  </a:lnTo>
                  <a:lnTo>
                    <a:pt x="760" y="345"/>
                  </a:lnTo>
                  <a:lnTo>
                    <a:pt x="759" y="344"/>
                  </a:lnTo>
                  <a:lnTo>
                    <a:pt x="760" y="342"/>
                  </a:lnTo>
                  <a:lnTo>
                    <a:pt x="761" y="341"/>
                  </a:lnTo>
                  <a:lnTo>
                    <a:pt x="761" y="340"/>
                  </a:lnTo>
                  <a:lnTo>
                    <a:pt x="761" y="338"/>
                  </a:lnTo>
                  <a:lnTo>
                    <a:pt x="760" y="337"/>
                  </a:lnTo>
                  <a:lnTo>
                    <a:pt x="760" y="336"/>
                  </a:lnTo>
                  <a:lnTo>
                    <a:pt x="759" y="335"/>
                  </a:lnTo>
                  <a:lnTo>
                    <a:pt x="760" y="331"/>
                  </a:lnTo>
                  <a:lnTo>
                    <a:pt x="761" y="330"/>
                  </a:lnTo>
                  <a:lnTo>
                    <a:pt x="761" y="328"/>
                  </a:lnTo>
                  <a:lnTo>
                    <a:pt x="761" y="325"/>
                  </a:lnTo>
                  <a:lnTo>
                    <a:pt x="761" y="317"/>
                  </a:lnTo>
                  <a:lnTo>
                    <a:pt x="760" y="303"/>
                  </a:lnTo>
                  <a:lnTo>
                    <a:pt x="761" y="302"/>
                  </a:lnTo>
                  <a:lnTo>
                    <a:pt x="761" y="301"/>
                  </a:lnTo>
                  <a:lnTo>
                    <a:pt x="762" y="300"/>
                  </a:lnTo>
                  <a:lnTo>
                    <a:pt x="762" y="299"/>
                  </a:lnTo>
                  <a:lnTo>
                    <a:pt x="762" y="298"/>
                  </a:lnTo>
                  <a:lnTo>
                    <a:pt x="761" y="297"/>
                  </a:lnTo>
                  <a:lnTo>
                    <a:pt x="760" y="295"/>
                  </a:lnTo>
                  <a:lnTo>
                    <a:pt x="761" y="283"/>
                  </a:lnTo>
                  <a:lnTo>
                    <a:pt x="762" y="281"/>
                  </a:lnTo>
                  <a:lnTo>
                    <a:pt x="763" y="281"/>
                  </a:lnTo>
                  <a:lnTo>
                    <a:pt x="764" y="280"/>
                  </a:lnTo>
                  <a:lnTo>
                    <a:pt x="764" y="279"/>
                  </a:lnTo>
                  <a:lnTo>
                    <a:pt x="764" y="277"/>
                  </a:lnTo>
                  <a:lnTo>
                    <a:pt x="763" y="274"/>
                  </a:lnTo>
                  <a:lnTo>
                    <a:pt x="762" y="273"/>
                  </a:lnTo>
                  <a:lnTo>
                    <a:pt x="762" y="271"/>
                  </a:lnTo>
                  <a:lnTo>
                    <a:pt x="763" y="268"/>
                  </a:lnTo>
                  <a:lnTo>
                    <a:pt x="763" y="267"/>
                  </a:lnTo>
                  <a:lnTo>
                    <a:pt x="762" y="265"/>
                  </a:lnTo>
                  <a:lnTo>
                    <a:pt x="763" y="266"/>
                  </a:lnTo>
                  <a:lnTo>
                    <a:pt x="764" y="266"/>
                  </a:lnTo>
                  <a:lnTo>
                    <a:pt x="764" y="264"/>
                  </a:lnTo>
                  <a:lnTo>
                    <a:pt x="764" y="263"/>
                  </a:lnTo>
                  <a:lnTo>
                    <a:pt x="763" y="263"/>
                  </a:lnTo>
                  <a:lnTo>
                    <a:pt x="761" y="252"/>
                  </a:lnTo>
                  <a:lnTo>
                    <a:pt x="762" y="250"/>
                  </a:lnTo>
                  <a:lnTo>
                    <a:pt x="762" y="248"/>
                  </a:lnTo>
                  <a:lnTo>
                    <a:pt x="763" y="243"/>
                  </a:lnTo>
                  <a:lnTo>
                    <a:pt x="762" y="241"/>
                  </a:lnTo>
                  <a:lnTo>
                    <a:pt x="762" y="238"/>
                  </a:lnTo>
                  <a:lnTo>
                    <a:pt x="761" y="237"/>
                  </a:lnTo>
                  <a:lnTo>
                    <a:pt x="762" y="235"/>
                  </a:lnTo>
                  <a:lnTo>
                    <a:pt x="762" y="232"/>
                  </a:lnTo>
                  <a:lnTo>
                    <a:pt x="762" y="231"/>
                  </a:lnTo>
                  <a:lnTo>
                    <a:pt x="761" y="230"/>
                  </a:lnTo>
                  <a:lnTo>
                    <a:pt x="760" y="229"/>
                  </a:lnTo>
                  <a:lnTo>
                    <a:pt x="761" y="227"/>
                  </a:lnTo>
                  <a:lnTo>
                    <a:pt x="761" y="225"/>
                  </a:lnTo>
                  <a:lnTo>
                    <a:pt x="762" y="220"/>
                  </a:lnTo>
                  <a:lnTo>
                    <a:pt x="761" y="209"/>
                  </a:lnTo>
                  <a:lnTo>
                    <a:pt x="759" y="198"/>
                  </a:lnTo>
                  <a:lnTo>
                    <a:pt x="760" y="197"/>
                  </a:lnTo>
                  <a:lnTo>
                    <a:pt x="760" y="196"/>
                  </a:lnTo>
                  <a:lnTo>
                    <a:pt x="761" y="194"/>
                  </a:lnTo>
                  <a:lnTo>
                    <a:pt x="761" y="193"/>
                  </a:lnTo>
                  <a:lnTo>
                    <a:pt x="760" y="184"/>
                  </a:lnTo>
                  <a:lnTo>
                    <a:pt x="759" y="173"/>
                  </a:lnTo>
                  <a:lnTo>
                    <a:pt x="758" y="148"/>
                  </a:lnTo>
                  <a:lnTo>
                    <a:pt x="759" y="141"/>
                  </a:lnTo>
                  <a:lnTo>
                    <a:pt x="754" y="88"/>
                  </a:lnTo>
                  <a:lnTo>
                    <a:pt x="754" y="81"/>
                  </a:lnTo>
                  <a:lnTo>
                    <a:pt x="754" y="63"/>
                  </a:lnTo>
                  <a:lnTo>
                    <a:pt x="754" y="59"/>
                  </a:lnTo>
                  <a:lnTo>
                    <a:pt x="753" y="56"/>
                  </a:lnTo>
                  <a:lnTo>
                    <a:pt x="751" y="50"/>
                  </a:lnTo>
                  <a:lnTo>
                    <a:pt x="752" y="44"/>
                  </a:lnTo>
                  <a:lnTo>
                    <a:pt x="753" y="36"/>
                  </a:lnTo>
                  <a:lnTo>
                    <a:pt x="753" y="35"/>
                  </a:lnTo>
                  <a:lnTo>
                    <a:pt x="752" y="34"/>
                  </a:lnTo>
                  <a:lnTo>
                    <a:pt x="751" y="34"/>
                  </a:lnTo>
                  <a:lnTo>
                    <a:pt x="751" y="33"/>
                  </a:lnTo>
                  <a:lnTo>
                    <a:pt x="749" y="33"/>
                  </a:lnTo>
                  <a:lnTo>
                    <a:pt x="748" y="34"/>
                  </a:lnTo>
                  <a:lnTo>
                    <a:pt x="745" y="36"/>
                  </a:lnTo>
                  <a:lnTo>
                    <a:pt x="741" y="37"/>
                  </a:lnTo>
                  <a:lnTo>
                    <a:pt x="737" y="37"/>
                  </a:lnTo>
                  <a:lnTo>
                    <a:pt x="735" y="37"/>
                  </a:lnTo>
                  <a:lnTo>
                    <a:pt x="732" y="36"/>
                  </a:lnTo>
                  <a:lnTo>
                    <a:pt x="729" y="35"/>
                  </a:lnTo>
                  <a:lnTo>
                    <a:pt x="727" y="35"/>
                  </a:lnTo>
                  <a:lnTo>
                    <a:pt x="725" y="35"/>
                  </a:lnTo>
                  <a:lnTo>
                    <a:pt x="724" y="36"/>
                  </a:lnTo>
                  <a:lnTo>
                    <a:pt x="723" y="36"/>
                  </a:lnTo>
                  <a:lnTo>
                    <a:pt x="722" y="36"/>
                  </a:lnTo>
                  <a:lnTo>
                    <a:pt x="721" y="36"/>
                  </a:lnTo>
                  <a:lnTo>
                    <a:pt x="721" y="35"/>
                  </a:lnTo>
                  <a:lnTo>
                    <a:pt x="720" y="35"/>
                  </a:lnTo>
                  <a:lnTo>
                    <a:pt x="719" y="35"/>
                  </a:lnTo>
                  <a:lnTo>
                    <a:pt x="719" y="36"/>
                  </a:lnTo>
                  <a:lnTo>
                    <a:pt x="717" y="36"/>
                  </a:lnTo>
                  <a:lnTo>
                    <a:pt x="711" y="36"/>
                  </a:lnTo>
                  <a:lnTo>
                    <a:pt x="707" y="37"/>
                  </a:lnTo>
                  <a:lnTo>
                    <a:pt x="703" y="37"/>
                  </a:lnTo>
                  <a:lnTo>
                    <a:pt x="700" y="37"/>
                  </a:lnTo>
                  <a:lnTo>
                    <a:pt x="698" y="37"/>
                  </a:lnTo>
                  <a:lnTo>
                    <a:pt x="697" y="37"/>
                  </a:lnTo>
                  <a:lnTo>
                    <a:pt x="696" y="36"/>
                  </a:lnTo>
                  <a:lnTo>
                    <a:pt x="696" y="35"/>
                  </a:lnTo>
                  <a:lnTo>
                    <a:pt x="695" y="34"/>
                  </a:lnTo>
                  <a:lnTo>
                    <a:pt x="693" y="34"/>
                  </a:lnTo>
                  <a:lnTo>
                    <a:pt x="692" y="34"/>
                  </a:lnTo>
                  <a:lnTo>
                    <a:pt x="693" y="35"/>
                  </a:lnTo>
                  <a:lnTo>
                    <a:pt x="692" y="35"/>
                  </a:lnTo>
                  <a:lnTo>
                    <a:pt x="691" y="34"/>
                  </a:lnTo>
                  <a:lnTo>
                    <a:pt x="688" y="33"/>
                  </a:lnTo>
                  <a:lnTo>
                    <a:pt x="687" y="35"/>
                  </a:lnTo>
                  <a:lnTo>
                    <a:pt x="686" y="36"/>
                  </a:lnTo>
                  <a:lnTo>
                    <a:pt x="678" y="34"/>
                  </a:lnTo>
                  <a:lnTo>
                    <a:pt x="674" y="33"/>
                  </a:lnTo>
                  <a:lnTo>
                    <a:pt x="672" y="33"/>
                  </a:lnTo>
                  <a:lnTo>
                    <a:pt x="670" y="34"/>
                  </a:lnTo>
                  <a:lnTo>
                    <a:pt x="669" y="34"/>
                  </a:lnTo>
                  <a:lnTo>
                    <a:pt x="666" y="35"/>
                  </a:lnTo>
                  <a:lnTo>
                    <a:pt x="661" y="34"/>
                  </a:lnTo>
                  <a:lnTo>
                    <a:pt x="657" y="33"/>
                  </a:lnTo>
                  <a:lnTo>
                    <a:pt x="654" y="33"/>
                  </a:lnTo>
                  <a:lnTo>
                    <a:pt x="653" y="36"/>
                  </a:lnTo>
                  <a:lnTo>
                    <a:pt x="650" y="34"/>
                  </a:lnTo>
                  <a:lnTo>
                    <a:pt x="648" y="33"/>
                  </a:lnTo>
                  <a:lnTo>
                    <a:pt x="647" y="33"/>
                  </a:lnTo>
                  <a:lnTo>
                    <a:pt x="645" y="33"/>
                  </a:lnTo>
                  <a:lnTo>
                    <a:pt x="644" y="34"/>
                  </a:lnTo>
                  <a:lnTo>
                    <a:pt x="643" y="35"/>
                  </a:lnTo>
                  <a:lnTo>
                    <a:pt x="642" y="36"/>
                  </a:lnTo>
                  <a:lnTo>
                    <a:pt x="641" y="35"/>
                  </a:lnTo>
                  <a:lnTo>
                    <a:pt x="640" y="35"/>
                  </a:lnTo>
                  <a:lnTo>
                    <a:pt x="639" y="34"/>
                  </a:lnTo>
                  <a:lnTo>
                    <a:pt x="638" y="34"/>
                  </a:lnTo>
                  <a:lnTo>
                    <a:pt x="630" y="35"/>
                  </a:lnTo>
                  <a:lnTo>
                    <a:pt x="622" y="36"/>
                  </a:lnTo>
                  <a:lnTo>
                    <a:pt x="609" y="35"/>
                  </a:lnTo>
                  <a:lnTo>
                    <a:pt x="596" y="33"/>
                  </a:lnTo>
                  <a:lnTo>
                    <a:pt x="595" y="33"/>
                  </a:lnTo>
                  <a:lnTo>
                    <a:pt x="593" y="34"/>
                  </a:lnTo>
                  <a:lnTo>
                    <a:pt x="589" y="35"/>
                  </a:lnTo>
                  <a:lnTo>
                    <a:pt x="587" y="34"/>
                  </a:lnTo>
                  <a:lnTo>
                    <a:pt x="585" y="33"/>
                  </a:lnTo>
                  <a:lnTo>
                    <a:pt x="584" y="32"/>
                  </a:lnTo>
                  <a:lnTo>
                    <a:pt x="582" y="31"/>
                  </a:lnTo>
                  <a:lnTo>
                    <a:pt x="576" y="32"/>
                  </a:lnTo>
                  <a:lnTo>
                    <a:pt x="571" y="34"/>
                  </a:lnTo>
                  <a:lnTo>
                    <a:pt x="570" y="33"/>
                  </a:lnTo>
                  <a:lnTo>
                    <a:pt x="570" y="32"/>
                  </a:lnTo>
                  <a:lnTo>
                    <a:pt x="568" y="32"/>
                  </a:lnTo>
                  <a:lnTo>
                    <a:pt x="566" y="32"/>
                  </a:lnTo>
                  <a:lnTo>
                    <a:pt x="564" y="33"/>
                  </a:lnTo>
                  <a:lnTo>
                    <a:pt x="563" y="33"/>
                  </a:lnTo>
                  <a:lnTo>
                    <a:pt x="561" y="34"/>
                  </a:lnTo>
                  <a:lnTo>
                    <a:pt x="545" y="33"/>
                  </a:lnTo>
                  <a:lnTo>
                    <a:pt x="544" y="33"/>
                  </a:lnTo>
                  <a:lnTo>
                    <a:pt x="543" y="32"/>
                  </a:lnTo>
                  <a:lnTo>
                    <a:pt x="541" y="31"/>
                  </a:lnTo>
                  <a:lnTo>
                    <a:pt x="540" y="31"/>
                  </a:lnTo>
                  <a:lnTo>
                    <a:pt x="539" y="31"/>
                  </a:lnTo>
                  <a:lnTo>
                    <a:pt x="538" y="32"/>
                  </a:lnTo>
                  <a:lnTo>
                    <a:pt x="537" y="33"/>
                  </a:lnTo>
                  <a:lnTo>
                    <a:pt x="536" y="33"/>
                  </a:lnTo>
                  <a:lnTo>
                    <a:pt x="535" y="33"/>
                  </a:lnTo>
                  <a:lnTo>
                    <a:pt x="534" y="32"/>
                  </a:lnTo>
                  <a:lnTo>
                    <a:pt x="533" y="31"/>
                  </a:lnTo>
                  <a:lnTo>
                    <a:pt x="532" y="31"/>
                  </a:lnTo>
                  <a:lnTo>
                    <a:pt x="531" y="31"/>
                  </a:lnTo>
                  <a:lnTo>
                    <a:pt x="531" y="32"/>
                  </a:lnTo>
                  <a:lnTo>
                    <a:pt x="528" y="33"/>
                  </a:lnTo>
                  <a:lnTo>
                    <a:pt x="524" y="33"/>
                  </a:lnTo>
                  <a:lnTo>
                    <a:pt x="521" y="32"/>
                  </a:lnTo>
                  <a:lnTo>
                    <a:pt x="518" y="32"/>
                  </a:lnTo>
                  <a:lnTo>
                    <a:pt x="516" y="32"/>
                  </a:lnTo>
                  <a:lnTo>
                    <a:pt x="515" y="31"/>
                  </a:lnTo>
                  <a:lnTo>
                    <a:pt x="514" y="30"/>
                  </a:lnTo>
                  <a:lnTo>
                    <a:pt x="513" y="30"/>
                  </a:lnTo>
                  <a:lnTo>
                    <a:pt x="511" y="30"/>
                  </a:lnTo>
                  <a:lnTo>
                    <a:pt x="509" y="31"/>
                  </a:lnTo>
                  <a:lnTo>
                    <a:pt x="507" y="32"/>
                  </a:lnTo>
                  <a:lnTo>
                    <a:pt x="506" y="32"/>
                  </a:lnTo>
                  <a:lnTo>
                    <a:pt x="504" y="32"/>
                  </a:lnTo>
                  <a:lnTo>
                    <a:pt x="502" y="31"/>
                  </a:lnTo>
                  <a:lnTo>
                    <a:pt x="500" y="30"/>
                  </a:lnTo>
                  <a:lnTo>
                    <a:pt x="498" y="30"/>
                  </a:lnTo>
                  <a:lnTo>
                    <a:pt x="486" y="31"/>
                  </a:lnTo>
                  <a:lnTo>
                    <a:pt x="476" y="32"/>
                  </a:lnTo>
                  <a:lnTo>
                    <a:pt x="467" y="33"/>
                  </a:lnTo>
                  <a:lnTo>
                    <a:pt x="464" y="33"/>
                  </a:lnTo>
                  <a:lnTo>
                    <a:pt x="461" y="33"/>
                  </a:lnTo>
                  <a:lnTo>
                    <a:pt x="455" y="34"/>
                  </a:lnTo>
                  <a:lnTo>
                    <a:pt x="449" y="35"/>
                  </a:lnTo>
                  <a:lnTo>
                    <a:pt x="444" y="36"/>
                  </a:lnTo>
                  <a:lnTo>
                    <a:pt x="443" y="35"/>
                  </a:lnTo>
                  <a:lnTo>
                    <a:pt x="441" y="34"/>
                  </a:lnTo>
                  <a:lnTo>
                    <a:pt x="440" y="33"/>
                  </a:lnTo>
                  <a:lnTo>
                    <a:pt x="438" y="33"/>
                  </a:lnTo>
                  <a:lnTo>
                    <a:pt x="435" y="33"/>
                  </a:lnTo>
                  <a:lnTo>
                    <a:pt x="430" y="35"/>
                  </a:lnTo>
                  <a:lnTo>
                    <a:pt x="429" y="35"/>
                  </a:lnTo>
                  <a:lnTo>
                    <a:pt x="429" y="34"/>
                  </a:lnTo>
                  <a:lnTo>
                    <a:pt x="429" y="33"/>
                  </a:lnTo>
                  <a:lnTo>
                    <a:pt x="429" y="32"/>
                  </a:lnTo>
                  <a:lnTo>
                    <a:pt x="429" y="31"/>
                  </a:lnTo>
                  <a:lnTo>
                    <a:pt x="430" y="30"/>
                  </a:lnTo>
                  <a:lnTo>
                    <a:pt x="427" y="31"/>
                  </a:lnTo>
                  <a:lnTo>
                    <a:pt x="425" y="32"/>
                  </a:lnTo>
                  <a:lnTo>
                    <a:pt x="418" y="33"/>
                  </a:lnTo>
                  <a:lnTo>
                    <a:pt x="412" y="34"/>
                  </a:lnTo>
                  <a:lnTo>
                    <a:pt x="403" y="35"/>
                  </a:lnTo>
                  <a:lnTo>
                    <a:pt x="396" y="34"/>
                  </a:lnTo>
                  <a:lnTo>
                    <a:pt x="385" y="34"/>
                  </a:lnTo>
                  <a:lnTo>
                    <a:pt x="386" y="32"/>
                  </a:lnTo>
                  <a:lnTo>
                    <a:pt x="386" y="31"/>
                  </a:lnTo>
                  <a:lnTo>
                    <a:pt x="385" y="30"/>
                  </a:lnTo>
                  <a:lnTo>
                    <a:pt x="383" y="30"/>
                  </a:lnTo>
                  <a:lnTo>
                    <a:pt x="383" y="31"/>
                  </a:lnTo>
                  <a:lnTo>
                    <a:pt x="384" y="32"/>
                  </a:lnTo>
                  <a:lnTo>
                    <a:pt x="383" y="33"/>
                  </a:lnTo>
                  <a:lnTo>
                    <a:pt x="382" y="34"/>
                  </a:lnTo>
                  <a:lnTo>
                    <a:pt x="380" y="35"/>
                  </a:lnTo>
                  <a:lnTo>
                    <a:pt x="378" y="36"/>
                  </a:lnTo>
                  <a:lnTo>
                    <a:pt x="376" y="35"/>
                  </a:lnTo>
                  <a:lnTo>
                    <a:pt x="373" y="34"/>
                  </a:lnTo>
                  <a:lnTo>
                    <a:pt x="367" y="33"/>
                  </a:lnTo>
                  <a:lnTo>
                    <a:pt x="366" y="33"/>
                  </a:lnTo>
                  <a:lnTo>
                    <a:pt x="365" y="34"/>
                  </a:lnTo>
                  <a:lnTo>
                    <a:pt x="363" y="34"/>
                  </a:lnTo>
                  <a:lnTo>
                    <a:pt x="362" y="35"/>
                  </a:lnTo>
                  <a:lnTo>
                    <a:pt x="360" y="34"/>
                  </a:lnTo>
                  <a:lnTo>
                    <a:pt x="359" y="33"/>
                  </a:lnTo>
                  <a:lnTo>
                    <a:pt x="358" y="32"/>
                  </a:lnTo>
                  <a:lnTo>
                    <a:pt x="356" y="32"/>
                  </a:lnTo>
                  <a:lnTo>
                    <a:pt x="344" y="34"/>
                  </a:lnTo>
                  <a:lnTo>
                    <a:pt x="332" y="36"/>
                  </a:lnTo>
                  <a:lnTo>
                    <a:pt x="327" y="35"/>
                  </a:lnTo>
                  <a:lnTo>
                    <a:pt x="321" y="34"/>
                  </a:lnTo>
                  <a:lnTo>
                    <a:pt x="320" y="34"/>
                  </a:lnTo>
                  <a:lnTo>
                    <a:pt x="319" y="35"/>
                  </a:lnTo>
                  <a:lnTo>
                    <a:pt x="317" y="36"/>
                  </a:lnTo>
                  <a:lnTo>
                    <a:pt x="316" y="35"/>
                  </a:lnTo>
                  <a:lnTo>
                    <a:pt x="314" y="35"/>
                  </a:lnTo>
                  <a:lnTo>
                    <a:pt x="313" y="34"/>
                  </a:lnTo>
                  <a:lnTo>
                    <a:pt x="311" y="34"/>
                  </a:lnTo>
                  <a:lnTo>
                    <a:pt x="307" y="35"/>
                  </a:lnTo>
                  <a:lnTo>
                    <a:pt x="302" y="36"/>
                  </a:lnTo>
                  <a:lnTo>
                    <a:pt x="295" y="34"/>
                  </a:lnTo>
                  <a:lnTo>
                    <a:pt x="288" y="33"/>
                  </a:lnTo>
                  <a:lnTo>
                    <a:pt x="286" y="33"/>
                  </a:lnTo>
                  <a:lnTo>
                    <a:pt x="285" y="34"/>
                  </a:lnTo>
                  <a:lnTo>
                    <a:pt x="284" y="34"/>
                  </a:lnTo>
                  <a:lnTo>
                    <a:pt x="282" y="35"/>
                  </a:lnTo>
                  <a:lnTo>
                    <a:pt x="280" y="34"/>
                  </a:lnTo>
                  <a:lnTo>
                    <a:pt x="278" y="34"/>
                  </a:lnTo>
                  <a:lnTo>
                    <a:pt x="274" y="33"/>
                  </a:lnTo>
                  <a:lnTo>
                    <a:pt x="273" y="33"/>
                  </a:lnTo>
                  <a:lnTo>
                    <a:pt x="273" y="34"/>
                  </a:lnTo>
                  <a:lnTo>
                    <a:pt x="271" y="34"/>
                  </a:lnTo>
                  <a:lnTo>
                    <a:pt x="253" y="36"/>
                  </a:lnTo>
                  <a:lnTo>
                    <a:pt x="248" y="35"/>
                  </a:lnTo>
                  <a:lnTo>
                    <a:pt x="245" y="34"/>
                  </a:lnTo>
                  <a:lnTo>
                    <a:pt x="242" y="34"/>
                  </a:lnTo>
                  <a:lnTo>
                    <a:pt x="171" y="31"/>
                  </a:lnTo>
                  <a:lnTo>
                    <a:pt x="112" y="29"/>
                  </a:lnTo>
                  <a:lnTo>
                    <a:pt x="114" y="31"/>
                  </a:lnTo>
                  <a:lnTo>
                    <a:pt x="114" y="33"/>
                  </a:lnTo>
                  <a:lnTo>
                    <a:pt x="114" y="35"/>
                  </a:lnTo>
                  <a:lnTo>
                    <a:pt x="114" y="37"/>
                  </a:lnTo>
                  <a:lnTo>
                    <a:pt x="114" y="41"/>
                  </a:lnTo>
                  <a:lnTo>
                    <a:pt x="114" y="44"/>
                  </a:lnTo>
                  <a:lnTo>
                    <a:pt x="113" y="46"/>
                  </a:lnTo>
                  <a:lnTo>
                    <a:pt x="112" y="47"/>
                  </a:lnTo>
                  <a:lnTo>
                    <a:pt x="113" y="50"/>
                  </a:lnTo>
                  <a:lnTo>
                    <a:pt x="114" y="52"/>
                  </a:lnTo>
                  <a:lnTo>
                    <a:pt x="115" y="55"/>
                  </a:lnTo>
                  <a:lnTo>
                    <a:pt x="115" y="57"/>
                  </a:lnTo>
                  <a:lnTo>
                    <a:pt x="115" y="59"/>
                  </a:lnTo>
                  <a:lnTo>
                    <a:pt x="114" y="61"/>
                  </a:lnTo>
                  <a:lnTo>
                    <a:pt x="111" y="67"/>
                  </a:lnTo>
                  <a:lnTo>
                    <a:pt x="114" y="71"/>
                  </a:lnTo>
                  <a:lnTo>
                    <a:pt x="110" y="73"/>
                  </a:lnTo>
                  <a:lnTo>
                    <a:pt x="111" y="73"/>
                  </a:lnTo>
                  <a:lnTo>
                    <a:pt x="112" y="74"/>
                  </a:lnTo>
                  <a:lnTo>
                    <a:pt x="113" y="76"/>
                  </a:lnTo>
                  <a:lnTo>
                    <a:pt x="112" y="75"/>
                  </a:lnTo>
                  <a:lnTo>
                    <a:pt x="111" y="75"/>
                  </a:lnTo>
                  <a:lnTo>
                    <a:pt x="110" y="76"/>
                  </a:lnTo>
                  <a:lnTo>
                    <a:pt x="111" y="77"/>
                  </a:lnTo>
                  <a:lnTo>
                    <a:pt x="112" y="77"/>
                  </a:lnTo>
                  <a:lnTo>
                    <a:pt x="114" y="77"/>
                  </a:lnTo>
                  <a:lnTo>
                    <a:pt x="114" y="78"/>
                  </a:lnTo>
                  <a:lnTo>
                    <a:pt x="115" y="80"/>
                  </a:lnTo>
                  <a:lnTo>
                    <a:pt x="114" y="81"/>
                  </a:lnTo>
                  <a:lnTo>
                    <a:pt x="112" y="82"/>
                  </a:lnTo>
                  <a:lnTo>
                    <a:pt x="113" y="82"/>
                  </a:lnTo>
                  <a:lnTo>
                    <a:pt x="113" y="83"/>
                  </a:lnTo>
                  <a:lnTo>
                    <a:pt x="114" y="84"/>
                  </a:lnTo>
                  <a:lnTo>
                    <a:pt x="115" y="85"/>
                  </a:lnTo>
                  <a:lnTo>
                    <a:pt x="115" y="94"/>
                  </a:lnTo>
                  <a:lnTo>
                    <a:pt x="115" y="99"/>
                  </a:lnTo>
                  <a:lnTo>
                    <a:pt x="115" y="104"/>
                  </a:lnTo>
                  <a:lnTo>
                    <a:pt x="112" y="108"/>
                  </a:lnTo>
                  <a:lnTo>
                    <a:pt x="112" y="110"/>
                  </a:lnTo>
                  <a:lnTo>
                    <a:pt x="112" y="112"/>
                  </a:lnTo>
                  <a:lnTo>
                    <a:pt x="112" y="116"/>
                  </a:lnTo>
                  <a:lnTo>
                    <a:pt x="112" y="117"/>
                  </a:lnTo>
                  <a:lnTo>
                    <a:pt x="111" y="118"/>
                  </a:lnTo>
                  <a:lnTo>
                    <a:pt x="110" y="119"/>
                  </a:lnTo>
                  <a:lnTo>
                    <a:pt x="110" y="120"/>
                  </a:lnTo>
                  <a:lnTo>
                    <a:pt x="110" y="121"/>
                  </a:lnTo>
                  <a:lnTo>
                    <a:pt x="111" y="122"/>
                  </a:lnTo>
                  <a:lnTo>
                    <a:pt x="111" y="123"/>
                  </a:lnTo>
                  <a:lnTo>
                    <a:pt x="112" y="124"/>
                  </a:lnTo>
                  <a:lnTo>
                    <a:pt x="111" y="125"/>
                  </a:lnTo>
                  <a:lnTo>
                    <a:pt x="111" y="126"/>
                  </a:lnTo>
                  <a:lnTo>
                    <a:pt x="110" y="126"/>
                  </a:lnTo>
                  <a:lnTo>
                    <a:pt x="110" y="127"/>
                  </a:lnTo>
                  <a:lnTo>
                    <a:pt x="111" y="128"/>
                  </a:lnTo>
                  <a:lnTo>
                    <a:pt x="113" y="129"/>
                  </a:lnTo>
                  <a:lnTo>
                    <a:pt x="112" y="129"/>
                  </a:lnTo>
                  <a:lnTo>
                    <a:pt x="111" y="131"/>
                  </a:lnTo>
                  <a:lnTo>
                    <a:pt x="112" y="131"/>
                  </a:lnTo>
                  <a:lnTo>
                    <a:pt x="113" y="131"/>
                  </a:lnTo>
                  <a:lnTo>
                    <a:pt x="113" y="133"/>
                  </a:lnTo>
                  <a:lnTo>
                    <a:pt x="113" y="134"/>
                  </a:lnTo>
                  <a:lnTo>
                    <a:pt x="113" y="135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2" y="136"/>
                  </a:lnTo>
                  <a:lnTo>
                    <a:pt x="111" y="136"/>
                  </a:lnTo>
                  <a:lnTo>
                    <a:pt x="111" y="135"/>
                  </a:lnTo>
                  <a:lnTo>
                    <a:pt x="109" y="133"/>
                  </a:lnTo>
                  <a:lnTo>
                    <a:pt x="108" y="132"/>
                  </a:lnTo>
                  <a:lnTo>
                    <a:pt x="107" y="132"/>
                  </a:lnTo>
                  <a:lnTo>
                    <a:pt x="107" y="133"/>
                  </a:lnTo>
                  <a:lnTo>
                    <a:pt x="107" y="134"/>
                  </a:lnTo>
                  <a:lnTo>
                    <a:pt x="108" y="135"/>
                  </a:lnTo>
                  <a:lnTo>
                    <a:pt x="109" y="135"/>
                  </a:lnTo>
                  <a:lnTo>
                    <a:pt x="109" y="137"/>
                  </a:lnTo>
                  <a:lnTo>
                    <a:pt x="108" y="139"/>
                  </a:lnTo>
                  <a:lnTo>
                    <a:pt x="107" y="140"/>
                  </a:lnTo>
                  <a:lnTo>
                    <a:pt x="108" y="141"/>
                  </a:lnTo>
                  <a:lnTo>
                    <a:pt x="109" y="141"/>
                  </a:lnTo>
                  <a:lnTo>
                    <a:pt x="112" y="141"/>
                  </a:lnTo>
                  <a:lnTo>
                    <a:pt x="113" y="139"/>
                  </a:lnTo>
                  <a:lnTo>
                    <a:pt x="112" y="142"/>
                  </a:lnTo>
                  <a:lnTo>
                    <a:pt x="112" y="145"/>
                  </a:lnTo>
                  <a:lnTo>
                    <a:pt x="112" y="148"/>
                  </a:lnTo>
                  <a:lnTo>
                    <a:pt x="113" y="149"/>
                  </a:lnTo>
                  <a:lnTo>
                    <a:pt x="115" y="150"/>
                  </a:lnTo>
                  <a:lnTo>
                    <a:pt x="115" y="151"/>
                  </a:lnTo>
                  <a:lnTo>
                    <a:pt x="114" y="152"/>
                  </a:lnTo>
                  <a:lnTo>
                    <a:pt x="112" y="152"/>
                  </a:lnTo>
                  <a:lnTo>
                    <a:pt x="114" y="153"/>
                  </a:lnTo>
                  <a:lnTo>
                    <a:pt x="115" y="153"/>
                  </a:lnTo>
                  <a:lnTo>
                    <a:pt x="115" y="166"/>
                  </a:lnTo>
                  <a:lnTo>
                    <a:pt x="113" y="165"/>
                  </a:lnTo>
                  <a:lnTo>
                    <a:pt x="112" y="164"/>
                  </a:lnTo>
                  <a:lnTo>
                    <a:pt x="112" y="165"/>
                  </a:lnTo>
                  <a:lnTo>
                    <a:pt x="112" y="166"/>
                  </a:lnTo>
                  <a:lnTo>
                    <a:pt x="112" y="167"/>
                  </a:lnTo>
                  <a:lnTo>
                    <a:pt x="113" y="168"/>
                  </a:lnTo>
                  <a:lnTo>
                    <a:pt x="111" y="167"/>
                  </a:lnTo>
                  <a:lnTo>
                    <a:pt x="110" y="169"/>
                  </a:lnTo>
                  <a:lnTo>
                    <a:pt x="112" y="170"/>
                  </a:lnTo>
                  <a:lnTo>
                    <a:pt x="115" y="171"/>
                  </a:lnTo>
                  <a:lnTo>
                    <a:pt x="114" y="174"/>
                  </a:lnTo>
                  <a:lnTo>
                    <a:pt x="113" y="177"/>
                  </a:lnTo>
                  <a:lnTo>
                    <a:pt x="114" y="178"/>
                  </a:lnTo>
                  <a:lnTo>
                    <a:pt x="115" y="179"/>
                  </a:lnTo>
                  <a:lnTo>
                    <a:pt x="115" y="180"/>
                  </a:lnTo>
                  <a:lnTo>
                    <a:pt x="115" y="181"/>
                  </a:lnTo>
                  <a:lnTo>
                    <a:pt x="113" y="183"/>
                  </a:lnTo>
                  <a:lnTo>
                    <a:pt x="112" y="184"/>
                  </a:lnTo>
                  <a:lnTo>
                    <a:pt x="112" y="186"/>
                  </a:lnTo>
                  <a:lnTo>
                    <a:pt x="112" y="189"/>
                  </a:lnTo>
                  <a:lnTo>
                    <a:pt x="113" y="192"/>
                  </a:lnTo>
                  <a:lnTo>
                    <a:pt x="113" y="194"/>
                  </a:lnTo>
                  <a:lnTo>
                    <a:pt x="112" y="197"/>
                  </a:lnTo>
                  <a:lnTo>
                    <a:pt x="113" y="198"/>
                  </a:lnTo>
                  <a:lnTo>
                    <a:pt x="113" y="199"/>
                  </a:lnTo>
                  <a:lnTo>
                    <a:pt x="115" y="199"/>
                  </a:lnTo>
                  <a:lnTo>
                    <a:pt x="115" y="200"/>
                  </a:lnTo>
                  <a:lnTo>
                    <a:pt x="114" y="201"/>
                  </a:lnTo>
                  <a:lnTo>
                    <a:pt x="112" y="202"/>
                  </a:lnTo>
                  <a:lnTo>
                    <a:pt x="115" y="209"/>
                  </a:lnTo>
                  <a:lnTo>
                    <a:pt x="116" y="216"/>
                  </a:lnTo>
                  <a:lnTo>
                    <a:pt x="116" y="219"/>
                  </a:lnTo>
                  <a:lnTo>
                    <a:pt x="115" y="222"/>
                  </a:lnTo>
                  <a:lnTo>
                    <a:pt x="113" y="221"/>
                  </a:lnTo>
                  <a:lnTo>
                    <a:pt x="112" y="220"/>
                  </a:lnTo>
                  <a:lnTo>
                    <a:pt x="110" y="223"/>
                  </a:lnTo>
                  <a:lnTo>
                    <a:pt x="109" y="225"/>
                  </a:lnTo>
                  <a:lnTo>
                    <a:pt x="109" y="227"/>
                  </a:lnTo>
                  <a:lnTo>
                    <a:pt x="109" y="229"/>
                  </a:lnTo>
                  <a:lnTo>
                    <a:pt x="110" y="229"/>
                  </a:lnTo>
                  <a:lnTo>
                    <a:pt x="111" y="230"/>
                  </a:lnTo>
                  <a:lnTo>
                    <a:pt x="111" y="232"/>
                  </a:lnTo>
                  <a:lnTo>
                    <a:pt x="112" y="234"/>
                  </a:lnTo>
                  <a:lnTo>
                    <a:pt x="112" y="238"/>
                  </a:lnTo>
                  <a:lnTo>
                    <a:pt x="112" y="239"/>
                  </a:lnTo>
                  <a:lnTo>
                    <a:pt x="111" y="239"/>
                  </a:lnTo>
                  <a:lnTo>
                    <a:pt x="111" y="240"/>
                  </a:lnTo>
                  <a:lnTo>
                    <a:pt x="110" y="240"/>
                  </a:lnTo>
                  <a:lnTo>
                    <a:pt x="109" y="243"/>
                  </a:lnTo>
                  <a:lnTo>
                    <a:pt x="109" y="247"/>
                  </a:lnTo>
                  <a:lnTo>
                    <a:pt x="108" y="250"/>
                  </a:lnTo>
                  <a:lnTo>
                    <a:pt x="106" y="254"/>
                  </a:lnTo>
                  <a:lnTo>
                    <a:pt x="106" y="256"/>
                  </a:lnTo>
                  <a:lnTo>
                    <a:pt x="106" y="257"/>
                  </a:lnTo>
                  <a:lnTo>
                    <a:pt x="107" y="257"/>
                  </a:lnTo>
                  <a:lnTo>
                    <a:pt x="108" y="258"/>
                  </a:lnTo>
                  <a:lnTo>
                    <a:pt x="109" y="257"/>
                  </a:lnTo>
                  <a:lnTo>
                    <a:pt x="110" y="257"/>
                  </a:lnTo>
                  <a:lnTo>
                    <a:pt x="110" y="256"/>
                  </a:lnTo>
                  <a:lnTo>
                    <a:pt x="111" y="256"/>
                  </a:lnTo>
                  <a:lnTo>
                    <a:pt x="110" y="258"/>
                  </a:lnTo>
                  <a:lnTo>
                    <a:pt x="109" y="259"/>
                  </a:lnTo>
                  <a:lnTo>
                    <a:pt x="109" y="260"/>
                  </a:lnTo>
                  <a:lnTo>
                    <a:pt x="109" y="261"/>
                  </a:lnTo>
                  <a:lnTo>
                    <a:pt x="110" y="261"/>
                  </a:lnTo>
                  <a:lnTo>
                    <a:pt x="111" y="262"/>
                  </a:lnTo>
                  <a:lnTo>
                    <a:pt x="110" y="263"/>
                  </a:lnTo>
                  <a:lnTo>
                    <a:pt x="110" y="264"/>
                  </a:lnTo>
                  <a:lnTo>
                    <a:pt x="108" y="264"/>
                  </a:lnTo>
                  <a:lnTo>
                    <a:pt x="110" y="266"/>
                  </a:lnTo>
                  <a:lnTo>
                    <a:pt x="109" y="270"/>
                  </a:lnTo>
                  <a:lnTo>
                    <a:pt x="108" y="272"/>
                  </a:lnTo>
                  <a:lnTo>
                    <a:pt x="109" y="274"/>
                  </a:lnTo>
                  <a:lnTo>
                    <a:pt x="110" y="273"/>
                  </a:lnTo>
                  <a:lnTo>
                    <a:pt x="112" y="272"/>
                  </a:lnTo>
                  <a:lnTo>
                    <a:pt x="112" y="279"/>
                  </a:lnTo>
                  <a:lnTo>
                    <a:pt x="112" y="285"/>
                  </a:lnTo>
                  <a:lnTo>
                    <a:pt x="111" y="283"/>
                  </a:lnTo>
                  <a:lnTo>
                    <a:pt x="111" y="281"/>
                  </a:lnTo>
                  <a:lnTo>
                    <a:pt x="111" y="279"/>
                  </a:lnTo>
                  <a:lnTo>
                    <a:pt x="111" y="278"/>
                  </a:lnTo>
                  <a:lnTo>
                    <a:pt x="108" y="278"/>
                  </a:lnTo>
                  <a:lnTo>
                    <a:pt x="109" y="280"/>
                  </a:lnTo>
                  <a:lnTo>
                    <a:pt x="109" y="284"/>
                  </a:lnTo>
                  <a:lnTo>
                    <a:pt x="108" y="293"/>
                  </a:lnTo>
                  <a:lnTo>
                    <a:pt x="112" y="294"/>
                  </a:lnTo>
                  <a:lnTo>
                    <a:pt x="111" y="294"/>
                  </a:lnTo>
                  <a:lnTo>
                    <a:pt x="111" y="295"/>
                  </a:lnTo>
                  <a:lnTo>
                    <a:pt x="111" y="296"/>
                  </a:lnTo>
                  <a:lnTo>
                    <a:pt x="110" y="296"/>
                  </a:lnTo>
                  <a:lnTo>
                    <a:pt x="111" y="298"/>
                  </a:lnTo>
                  <a:lnTo>
                    <a:pt x="110" y="301"/>
                  </a:lnTo>
                  <a:lnTo>
                    <a:pt x="109" y="303"/>
                  </a:lnTo>
                  <a:lnTo>
                    <a:pt x="108" y="305"/>
                  </a:lnTo>
                  <a:lnTo>
                    <a:pt x="106" y="306"/>
                  </a:lnTo>
                  <a:lnTo>
                    <a:pt x="107" y="307"/>
                  </a:lnTo>
                  <a:lnTo>
                    <a:pt x="108" y="308"/>
                  </a:lnTo>
                  <a:lnTo>
                    <a:pt x="111" y="310"/>
                  </a:lnTo>
                  <a:lnTo>
                    <a:pt x="109" y="311"/>
                  </a:lnTo>
                  <a:lnTo>
                    <a:pt x="108" y="312"/>
                  </a:lnTo>
                  <a:lnTo>
                    <a:pt x="108" y="329"/>
                  </a:lnTo>
                  <a:lnTo>
                    <a:pt x="108" y="348"/>
                  </a:lnTo>
                  <a:lnTo>
                    <a:pt x="107" y="350"/>
                  </a:lnTo>
                  <a:lnTo>
                    <a:pt x="109" y="350"/>
                  </a:lnTo>
                  <a:lnTo>
                    <a:pt x="108" y="351"/>
                  </a:lnTo>
                  <a:lnTo>
                    <a:pt x="108" y="354"/>
                  </a:lnTo>
                  <a:lnTo>
                    <a:pt x="109" y="361"/>
                  </a:lnTo>
                  <a:lnTo>
                    <a:pt x="110" y="369"/>
                  </a:lnTo>
                  <a:lnTo>
                    <a:pt x="109" y="372"/>
                  </a:lnTo>
                  <a:lnTo>
                    <a:pt x="109" y="376"/>
                  </a:lnTo>
                  <a:lnTo>
                    <a:pt x="109" y="378"/>
                  </a:lnTo>
                  <a:lnTo>
                    <a:pt x="108" y="379"/>
                  </a:lnTo>
                  <a:lnTo>
                    <a:pt x="106" y="383"/>
                  </a:lnTo>
                  <a:lnTo>
                    <a:pt x="106" y="389"/>
                  </a:lnTo>
                  <a:lnTo>
                    <a:pt x="106" y="396"/>
                  </a:lnTo>
                  <a:lnTo>
                    <a:pt x="106" y="400"/>
                  </a:lnTo>
                  <a:lnTo>
                    <a:pt x="106" y="404"/>
                  </a:lnTo>
                  <a:lnTo>
                    <a:pt x="106" y="410"/>
                  </a:lnTo>
                  <a:lnTo>
                    <a:pt x="106" y="411"/>
                  </a:lnTo>
                  <a:lnTo>
                    <a:pt x="107" y="412"/>
                  </a:lnTo>
                  <a:lnTo>
                    <a:pt x="108" y="412"/>
                  </a:lnTo>
                  <a:lnTo>
                    <a:pt x="108" y="413"/>
                  </a:lnTo>
                  <a:lnTo>
                    <a:pt x="108" y="414"/>
                  </a:lnTo>
                  <a:lnTo>
                    <a:pt x="107" y="415"/>
                  </a:lnTo>
                  <a:lnTo>
                    <a:pt x="106" y="415"/>
                  </a:lnTo>
                  <a:lnTo>
                    <a:pt x="105" y="416"/>
                  </a:lnTo>
                  <a:lnTo>
                    <a:pt x="105" y="418"/>
                  </a:lnTo>
                  <a:lnTo>
                    <a:pt x="106" y="422"/>
                  </a:lnTo>
                  <a:lnTo>
                    <a:pt x="107" y="424"/>
                  </a:lnTo>
                  <a:lnTo>
                    <a:pt x="108" y="425"/>
                  </a:lnTo>
                  <a:lnTo>
                    <a:pt x="109" y="425"/>
                  </a:lnTo>
                  <a:lnTo>
                    <a:pt x="110" y="425"/>
                  </a:lnTo>
                  <a:lnTo>
                    <a:pt x="111" y="424"/>
                  </a:lnTo>
                  <a:lnTo>
                    <a:pt x="112" y="423"/>
                  </a:lnTo>
                  <a:lnTo>
                    <a:pt x="113" y="424"/>
                  </a:lnTo>
                  <a:lnTo>
                    <a:pt x="115" y="425"/>
                  </a:lnTo>
                  <a:lnTo>
                    <a:pt x="116" y="426"/>
                  </a:lnTo>
                  <a:lnTo>
                    <a:pt x="117" y="426"/>
                  </a:lnTo>
                  <a:lnTo>
                    <a:pt x="119" y="426"/>
                  </a:lnTo>
                  <a:lnTo>
                    <a:pt x="120" y="425"/>
                  </a:lnTo>
                  <a:lnTo>
                    <a:pt x="121" y="424"/>
                  </a:lnTo>
                  <a:lnTo>
                    <a:pt x="122" y="423"/>
                  </a:lnTo>
                  <a:lnTo>
                    <a:pt x="125" y="424"/>
                  </a:lnTo>
                  <a:lnTo>
                    <a:pt x="126" y="425"/>
                  </a:lnTo>
                  <a:lnTo>
                    <a:pt x="127" y="425"/>
                  </a:lnTo>
                  <a:lnTo>
                    <a:pt x="130" y="424"/>
                  </a:lnTo>
                  <a:lnTo>
                    <a:pt x="131" y="424"/>
                  </a:lnTo>
                  <a:lnTo>
                    <a:pt x="132" y="422"/>
                  </a:lnTo>
                  <a:lnTo>
                    <a:pt x="133" y="424"/>
                  </a:lnTo>
                  <a:lnTo>
                    <a:pt x="133" y="425"/>
                  </a:lnTo>
                  <a:lnTo>
                    <a:pt x="135" y="423"/>
                  </a:lnTo>
                  <a:lnTo>
                    <a:pt x="135" y="425"/>
                  </a:lnTo>
                  <a:lnTo>
                    <a:pt x="135" y="426"/>
                  </a:lnTo>
                  <a:lnTo>
                    <a:pt x="136" y="426"/>
                  </a:lnTo>
                  <a:lnTo>
                    <a:pt x="137" y="426"/>
                  </a:lnTo>
                  <a:lnTo>
                    <a:pt x="139" y="426"/>
                  </a:lnTo>
                  <a:lnTo>
                    <a:pt x="140" y="425"/>
                  </a:lnTo>
                  <a:lnTo>
                    <a:pt x="142" y="423"/>
                  </a:lnTo>
                  <a:lnTo>
                    <a:pt x="142" y="425"/>
                  </a:lnTo>
                  <a:lnTo>
                    <a:pt x="143" y="427"/>
                  </a:lnTo>
                  <a:lnTo>
                    <a:pt x="144" y="425"/>
                  </a:lnTo>
                  <a:lnTo>
                    <a:pt x="145" y="424"/>
                  </a:lnTo>
                  <a:lnTo>
                    <a:pt x="145" y="422"/>
                  </a:lnTo>
                  <a:lnTo>
                    <a:pt x="273" y="427"/>
                  </a:lnTo>
                  <a:lnTo>
                    <a:pt x="423" y="428"/>
                  </a:lnTo>
                  <a:lnTo>
                    <a:pt x="424" y="429"/>
                  </a:lnTo>
                  <a:lnTo>
                    <a:pt x="426" y="430"/>
                  </a:lnTo>
                  <a:lnTo>
                    <a:pt x="430" y="429"/>
                  </a:lnTo>
                  <a:lnTo>
                    <a:pt x="435" y="428"/>
                  </a:lnTo>
                  <a:lnTo>
                    <a:pt x="440" y="428"/>
                  </a:lnTo>
                  <a:lnTo>
                    <a:pt x="447" y="430"/>
                  </a:lnTo>
                  <a:lnTo>
                    <a:pt x="547" y="429"/>
                  </a:lnTo>
                  <a:lnTo>
                    <a:pt x="550" y="428"/>
                  </a:lnTo>
                  <a:lnTo>
                    <a:pt x="553" y="427"/>
                  </a:lnTo>
                  <a:lnTo>
                    <a:pt x="666" y="429"/>
                  </a:lnTo>
                  <a:lnTo>
                    <a:pt x="674" y="430"/>
                  </a:lnTo>
                  <a:lnTo>
                    <a:pt x="679" y="431"/>
                  </a:lnTo>
                  <a:lnTo>
                    <a:pt x="680" y="431"/>
                  </a:lnTo>
                  <a:lnTo>
                    <a:pt x="681" y="430"/>
                  </a:lnTo>
                  <a:lnTo>
                    <a:pt x="682" y="430"/>
                  </a:lnTo>
                  <a:lnTo>
                    <a:pt x="683" y="430"/>
                  </a:lnTo>
                  <a:lnTo>
                    <a:pt x="684" y="430"/>
                  </a:lnTo>
                  <a:lnTo>
                    <a:pt x="685" y="430"/>
                  </a:lnTo>
                  <a:lnTo>
                    <a:pt x="686" y="431"/>
                  </a:lnTo>
                  <a:lnTo>
                    <a:pt x="687" y="431"/>
                  </a:lnTo>
                  <a:lnTo>
                    <a:pt x="688" y="431"/>
                  </a:lnTo>
                  <a:lnTo>
                    <a:pt x="689" y="431"/>
                  </a:lnTo>
                  <a:lnTo>
                    <a:pt x="692" y="430"/>
                  </a:lnTo>
                  <a:lnTo>
                    <a:pt x="708" y="429"/>
                  </a:lnTo>
                  <a:lnTo>
                    <a:pt x="720" y="429"/>
                  </a:lnTo>
                  <a:lnTo>
                    <a:pt x="725" y="430"/>
                  </a:lnTo>
                  <a:lnTo>
                    <a:pt x="731" y="430"/>
                  </a:lnTo>
                  <a:lnTo>
                    <a:pt x="748" y="429"/>
                  </a:lnTo>
                  <a:lnTo>
                    <a:pt x="759" y="430"/>
                  </a:lnTo>
                  <a:lnTo>
                    <a:pt x="761" y="430"/>
                  </a:lnTo>
                  <a:lnTo>
                    <a:pt x="762" y="431"/>
                  </a:lnTo>
                  <a:lnTo>
                    <a:pt x="763" y="432"/>
                  </a:lnTo>
                  <a:lnTo>
                    <a:pt x="765" y="432"/>
                  </a:lnTo>
                  <a:lnTo>
                    <a:pt x="769" y="432"/>
                  </a:lnTo>
                  <a:lnTo>
                    <a:pt x="771" y="431"/>
                  </a:lnTo>
                  <a:lnTo>
                    <a:pt x="773" y="430"/>
                  </a:lnTo>
                  <a:lnTo>
                    <a:pt x="778" y="432"/>
                  </a:lnTo>
                  <a:lnTo>
                    <a:pt x="781" y="433"/>
                  </a:lnTo>
                  <a:lnTo>
                    <a:pt x="784" y="435"/>
                  </a:lnTo>
                  <a:lnTo>
                    <a:pt x="783" y="437"/>
                  </a:lnTo>
                  <a:lnTo>
                    <a:pt x="782" y="439"/>
                  </a:lnTo>
                  <a:lnTo>
                    <a:pt x="781" y="439"/>
                  </a:lnTo>
                  <a:lnTo>
                    <a:pt x="780" y="440"/>
                  </a:lnTo>
                  <a:lnTo>
                    <a:pt x="778" y="440"/>
                  </a:lnTo>
                  <a:lnTo>
                    <a:pt x="778" y="441"/>
                  </a:lnTo>
                  <a:lnTo>
                    <a:pt x="778" y="442"/>
                  </a:lnTo>
                  <a:lnTo>
                    <a:pt x="779" y="442"/>
                  </a:lnTo>
                  <a:lnTo>
                    <a:pt x="780" y="442"/>
                  </a:lnTo>
                  <a:lnTo>
                    <a:pt x="777" y="443"/>
                  </a:lnTo>
                  <a:lnTo>
                    <a:pt x="775" y="444"/>
                  </a:lnTo>
                  <a:lnTo>
                    <a:pt x="771" y="446"/>
                  </a:lnTo>
                  <a:lnTo>
                    <a:pt x="764" y="447"/>
                  </a:lnTo>
                  <a:lnTo>
                    <a:pt x="759" y="447"/>
                  </a:lnTo>
                  <a:lnTo>
                    <a:pt x="758" y="448"/>
                  </a:lnTo>
                  <a:lnTo>
                    <a:pt x="758" y="450"/>
                  </a:lnTo>
                  <a:lnTo>
                    <a:pt x="756" y="451"/>
                  </a:lnTo>
                  <a:lnTo>
                    <a:pt x="755" y="450"/>
                  </a:lnTo>
                  <a:lnTo>
                    <a:pt x="756" y="450"/>
                  </a:lnTo>
                  <a:lnTo>
                    <a:pt x="756" y="448"/>
                  </a:lnTo>
                  <a:lnTo>
                    <a:pt x="755" y="448"/>
                  </a:lnTo>
                  <a:lnTo>
                    <a:pt x="754" y="448"/>
                  </a:lnTo>
                  <a:lnTo>
                    <a:pt x="753" y="448"/>
                  </a:lnTo>
                  <a:lnTo>
                    <a:pt x="753" y="451"/>
                  </a:lnTo>
                  <a:lnTo>
                    <a:pt x="751" y="448"/>
                  </a:lnTo>
                  <a:lnTo>
                    <a:pt x="750" y="450"/>
                  </a:lnTo>
                  <a:lnTo>
                    <a:pt x="749" y="450"/>
                  </a:lnTo>
                  <a:lnTo>
                    <a:pt x="748" y="451"/>
                  </a:lnTo>
                  <a:lnTo>
                    <a:pt x="747" y="450"/>
                  </a:lnTo>
                  <a:lnTo>
                    <a:pt x="746" y="448"/>
                  </a:lnTo>
                  <a:lnTo>
                    <a:pt x="745" y="448"/>
                  </a:lnTo>
                  <a:lnTo>
                    <a:pt x="744" y="448"/>
                  </a:lnTo>
                  <a:lnTo>
                    <a:pt x="743" y="450"/>
                  </a:lnTo>
                  <a:lnTo>
                    <a:pt x="741" y="453"/>
                  </a:lnTo>
                  <a:lnTo>
                    <a:pt x="742" y="452"/>
                  </a:lnTo>
                  <a:lnTo>
                    <a:pt x="743" y="451"/>
                  </a:lnTo>
                  <a:lnTo>
                    <a:pt x="745" y="451"/>
                  </a:lnTo>
                  <a:lnTo>
                    <a:pt x="744" y="452"/>
                  </a:lnTo>
                  <a:lnTo>
                    <a:pt x="743" y="453"/>
                  </a:lnTo>
                  <a:lnTo>
                    <a:pt x="740" y="455"/>
                  </a:lnTo>
                  <a:lnTo>
                    <a:pt x="736" y="457"/>
                  </a:lnTo>
                  <a:lnTo>
                    <a:pt x="733" y="458"/>
                  </a:lnTo>
                  <a:lnTo>
                    <a:pt x="732" y="457"/>
                  </a:lnTo>
                  <a:lnTo>
                    <a:pt x="732" y="456"/>
                  </a:lnTo>
                  <a:lnTo>
                    <a:pt x="732" y="455"/>
                  </a:lnTo>
                  <a:lnTo>
                    <a:pt x="731" y="455"/>
                  </a:lnTo>
                  <a:lnTo>
                    <a:pt x="728" y="456"/>
                  </a:lnTo>
                  <a:lnTo>
                    <a:pt x="726" y="456"/>
                  </a:lnTo>
                  <a:lnTo>
                    <a:pt x="722" y="456"/>
                  </a:lnTo>
                  <a:lnTo>
                    <a:pt x="722" y="458"/>
                  </a:lnTo>
                  <a:lnTo>
                    <a:pt x="721" y="458"/>
                  </a:lnTo>
                  <a:lnTo>
                    <a:pt x="720" y="458"/>
                  </a:lnTo>
                  <a:lnTo>
                    <a:pt x="716" y="458"/>
                  </a:lnTo>
                  <a:lnTo>
                    <a:pt x="714" y="460"/>
                  </a:lnTo>
                  <a:lnTo>
                    <a:pt x="714" y="458"/>
                  </a:lnTo>
                  <a:lnTo>
                    <a:pt x="713" y="456"/>
                  </a:lnTo>
                  <a:lnTo>
                    <a:pt x="711" y="456"/>
                  </a:lnTo>
                  <a:lnTo>
                    <a:pt x="712" y="455"/>
                  </a:lnTo>
                  <a:lnTo>
                    <a:pt x="712" y="454"/>
                  </a:lnTo>
                  <a:lnTo>
                    <a:pt x="712" y="453"/>
                  </a:lnTo>
                  <a:lnTo>
                    <a:pt x="710" y="453"/>
                  </a:lnTo>
                  <a:lnTo>
                    <a:pt x="709" y="454"/>
                  </a:lnTo>
                  <a:lnTo>
                    <a:pt x="707" y="456"/>
                  </a:lnTo>
                  <a:lnTo>
                    <a:pt x="706" y="457"/>
                  </a:lnTo>
                  <a:lnTo>
                    <a:pt x="705" y="458"/>
                  </a:lnTo>
                  <a:lnTo>
                    <a:pt x="703" y="457"/>
                  </a:lnTo>
                  <a:lnTo>
                    <a:pt x="702" y="456"/>
                  </a:lnTo>
                  <a:lnTo>
                    <a:pt x="702" y="459"/>
                  </a:lnTo>
                  <a:lnTo>
                    <a:pt x="702" y="462"/>
                  </a:lnTo>
                  <a:lnTo>
                    <a:pt x="704" y="462"/>
                  </a:lnTo>
                  <a:lnTo>
                    <a:pt x="705" y="462"/>
                  </a:lnTo>
                  <a:lnTo>
                    <a:pt x="705" y="463"/>
                  </a:lnTo>
                  <a:lnTo>
                    <a:pt x="702" y="464"/>
                  </a:lnTo>
                  <a:lnTo>
                    <a:pt x="699" y="463"/>
                  </a:lnTo>
                  <a:lnTo>
                    <a:pt x="693" y="463"/>
                  </a:lnTo>
                  <a:lnTo>
                    <a:pt x="694" y="462"/>
                  </a:lnTo>
                  <a:lnTo>
                    <a:pt x="696" y="461"/>
                  </a:lnTo>
                  <a:lnTo>
                    <a:pt x="698" y="461"/>
                  </a:lnTo>
                  <a:lnTo>
                    <a:pt x="700" y="460"/>
                  </a:lnTo>
                  <a:lnTo>
                    <a:pt x="700" y="457"/>
                  </a:lnTo>
                  <a:lnTo>
                    <a:pt x="698" y="456"/>
                  </a:lnTo>
                  <a:lnTo>
                    <a:pt x="696" y="455"/>
                  </a:lnTo>
                  <a:lnTo>
                    <a:pt x="696" y="457"/>
                  </a:lnTo>
                  <a:lnTo>
                    <a:pt x="696" y="459"/>
                  </a:lnTo>
                  <a:lnTo>
                    <a:pt x="696" y="460"/>
                  </a:lnTo>
                  <a:lnTo>
                    <a:pt x="694" y="461"/>
                  </a:lnTo>
                  <a:lnTo>
                    <a:pt x="693" y="462"/>
                  </a:lnTo>
                  <a:lnTo>
                    <a:pt x="691" y="462"/>
                  </a:lnTo>
                  <a:lnTo>
                    <a:pt x="687" y="464"/>
                  </a:lnTo>
                  <a:lnTo>
                    <a:pt x="685" y="464"/>
                  </a:lnTo>
                  <a:lnTo>
                    <a:pt x="683" y="464"/>
                  </a:lnTo>
                  <a:lnTo>
                    <a:pt x="683" y="463"/>
                  </a:lnTo>
                  <a:lnTo>
                    <a:pt x="682" y="461"/>
                  </a:lnTo>
                  <a:lnTo>
                    <a:pt x="679" y="461"/>
                  </a:lnTo>
                  <a:lnTo>
                    <a:pt x="679" y="462"/>
                  </a:lnTo>
                  <a:lnTo>
                    <a:pt x="679" y="464"/>
                  </a:lnTo>
                  <a:lnTo>
                    <a:pt x="673" y="464"/>
                  </a:lnTo>
                  <a:lnTo>
                    <a:pt x="670" y="462"/>
                  </a:lnTo>
                  <a:lnTo>
                    <a:pt x="667" y="461"/>
                  </a:lnTo>
                  <a:lnTo>
                    <a:pt x="665" y="460"/>
                  </a:lnTo>
                  <a:lnTo>
                    <a:pt x="664" y="461"/>
                  </a:lnTo>
                  <a:lnTo>
                    <a:pt x="663" y="462"/>
                  </a:lnTo>
                  <a:lnTo>
                    <a:pt x="662" y="462"/>
                  </a:lnTo>
                  <a:lnTo>
                    <a:pt x="657" y="462"/>
                  </a:lnTo>
                  <a:lnTo>
                    <a:pt x="653" y="461"/>
                  </a:lnTo>
                  <a:lnTo>
                    <a:pt x="651" y="460"/>
                  </a:lnTo>
                  <a:lnTo>
                    <a:pt x="650" y="458"/>
                  </a:lnTo>
                  <a:lnTo>
                    <a:pt x="647" y="458"/>
                  </a:lnTo>
                  <a:lnTo>
                    <a:pt x="643" y="457"/>
                  </a:lnTo>
                  <a:lnTo>
                    <a:pt x="641" y="458"/>
                  </a:lnTo>
                  <a:lnTo>
                    <a:pt x="640" y="460"/>
                  </a:lnTo>
                  <a:lnTo>
                    <a:pt x="643" y="460"/>
                  </a:lnTo>
                  <a:lnTo>
                    <a:pt x="643" y="461"/>
                  </a:lnTo>
                  <a:lnTo>
                    <a:pt x="642" y="461"/>
                  </a:lnTo>
                  <a:lnTo>
                    <a:pt x="641" y="461"/>
                  </a:lnTo>
                  <a:lnTo>
                    <a:pt x="640" y="461"/>
                  </a:lnTo>
                  <a:lnTo>
                    <a:pt x="639" y="460"/>
                  </a:lnTo>
                  <a:lnTo>
                    <a:pt x="639" y="459"/>
                  </a:lnTo>
                  <a:lnTo>
                    <a:pt x="638" y="459"/>
                  </a:lnTo>
                  <a:lnTo>
                    <a:pt x="638" y="460"/>
                  </a:lnTo>
                  <a:lnTo>
                    <a:pt x="637" y="461"/>
                  </a:lnTo>
                  <a:lnTo>
                    <a:pt x="634" y="461"/>
                  </a:lnTo>
                  <a:lnTo>
                    <a:pt x="630" y="461"/>
                  </a:lnTo>
                  <a:lnTo>
                    <a:pt x="626" y="461"/>
                  </a:lnTo>
                  <a:lnTo>
                    <a:pt x="625" y="462"/>
                  </a:lnTo>
                  <a:lnTo>
                    <a:pt x="626" y="463"/>
                  </a:lnTo>
                  <a:lnTo>
                    <a:pt x="624" y="463"/>
                  </a:lnTo>
                  <a:lnTo>
                    <a:pt x="622" y="462"/>
                  </a:lnTo>
                  <a:lnTo>
                    <a:pt x="617" y="460"/>
                  </a:lnTo>
                  <a:lnTo>
                    <a:pt x="620" y="459"/>
                  </a:lnTo>
                  <a:lnTo>
                    <a:pt x="620" y="458"/>
                  </a:lnTo>
                  <a:lnTo>
                    <a:pt x="618" y="457"/>
                  </a:lnTo>
                  <a:lnTo>
                    <a:pt x="617" y="457"/>
                  </a:lnTo>
                  <a:lnTo>
                    <a:pt x="616" y="457"/>
                  </a:lnTo>
                  <a:lnTo>
                    <a:pt x="615" y="458"/>
                  </a:lnTo>
                  <a:lnTo>
                    <a:pt x="613" y="460"/>
                  </a:lnTo>
                  <a:lnTo>
                    <a:pt x="610" y="460"/>
                  </a:lnTo>
                  <a:lnTo>
                    <a:pt x="610" y="459"/>
                  </a:lnTo>
                  <a:lnTo>
                    <a:pt x="610" y="458"/>
                  </a:lnTo>
                  <a:lnTo>
                    <a:pt x="609" y="458"/>
                  </a:lnTo>
                  <a:lnTo>
                    <a:pt x="609" y="459"/>
                  </a:lnTo>
                  <a:lnTo>
                    <a:pt x="609" y="460"/>
                  </a:lnTo>
                  <a:lnTo>
                    <a:pt x="608" y="462"/>
                  </a:lnTo>
                  <a:lnTo>
                    <a:pt x="607" y="462"/>
                  </a:lnTo>
                  <a:lnTo>
                    <a:pt x="606" y="462"/>
                  </a:lnTo>
                  <a:lnTo>
                    <a:pt x="606" y="461"/>
                  </a:lnTo>
                  <a:lnTo>
                    <a:pt x="605" y="461"/>
                  </a:lnTo>
                  <a:lnTo>
                    <a:pt x="589" y="460"/>
                  </a:lnTo>
                  <a:lnTo>
                    <a:pt x="588" y="459"/>
                  </a:lnTo>
                  <a:lnTo>
                    <a:pt x="587" y="459"/>
                  </a:lnTo>
                  <a:lnTo>
                    <a:pt x="587" y="458"/>
                  </a:lnTo>
                  <a:lnTo>
                    <a:pt x="586" y="459"/>
                  </a:lnTo>
                  <a:lnTo>
                    <a:pt x="586" y="460"/>
                  </a:lnTo>
                  <a:lnTo>
                    <a:pt x="585" y="459"/>
                  </a:lnTo>
                  <a:lnTo>
                    <a:pt x="584" y="458"/>
                  </a:lnTo>
                  <a:lnTo>
                    <a:pt x="582" y="458"/>
                  </a:lnTo>
                  <a:lnTo>
                    <a:pt x="581" y="460"/>
                  </a:lnTo>
                  <a:lnTo>
                    <a:pt x="580" y="462"/>
                  </a:lnTo>
                  <a:lnTo>
                    <a:pt x="579" y="461"/>
                  </a:lnTo>
                  <a:lnTo>
                    <a:pt x="577" y="460"/>
                  </a:lnTo>
                  <a:lnTo>
                    <a:pt x="576" y="461"/>
                  </a:lnTo>
                  <a:lnTo>
                    <a:pt x="576" y="462"/>
                  </a:lnTo>
                  <a:lnTo>
                    <a:pt x="575" y="462"/>
                  </a:lnTo>
                  <a:lnTo>
                    <a:pt x="573" y="462"/>
                  </a:lnTo>
                  <a:lnTo>
                    <a:pt x="573" y="461"/>
                  </a:lnTo>
                  <a:lnTo>
                    <a:pt x="572" y="461"/>
                  </a:lnTo>
                  <a:lnTo>
                    <a:pt x="571" y="460"/>
                  </a:lnTo>
                  <a:lnTo>
                    <a:pt x="568" y="461"/>
                  </a:lnTo>
                  <a:lnTo>
                    <a:pt x="567" y="461"/>
                  </a:lnTo>
                  <a:lnTo>
                    <a:pt x="566" y="462"/>
                  </a:lnTo>
                  <a:lnTo>
                    <a:pt x="565" y="462"/>
                  </a:lnTo>
                  <a:lnTo>
                    <a:pt x="563" y="461"/>
                  </a:lnTo>
                  <a:lnTo>
                    <a:pt x="562" y="459"/>
                  </a:lnTo>
                  <a:lnTo>
                    <a:pt x="561" y="457"/>
                  </a:lnTo>
                  <a:lnTo>
                    <a:pt x="559" y="456"/>
                  </a:lnTo>
                  <a:lnTo>
                    <a:pt x="558" y="456"/>
                  </a:lnTo>
                  <a:lnTo>
                    <a:pt x="558" y="458"/>
                  </a:lnTo>
                  <a:lnTo>
                    <a:pt x="557" y="457"/>
                  </a:lnTo>
                  <a:lnTo>
                    <a:pt x="557" y="456"/>
                  </a:lnTo>
                  <a:lnTo>
                    <a:pt x="557" y="455"/>
                  </a:lnTo>
                  <a:lnTo>
                    <a:pt x="556" y="454"/>
                  </a:lnTo>
                  <a:lnTo>
                    <a:pt x="554" y="455"/>
                  </a:lnTo>
                  <a:lnTo>
                    <a:pt x="551" y="457"/>
                  </a:lnTo>
                  <a:lnTo>
                    <a:pt x="549" y="459"/>
                  </a:lnTo>
                  <a:lnTo>
                    <a:pt x="546" y="460"/>
                  </a:lnTo>
                  <a:lnTo>
                    <a:pt x="545" y="459"/>
                  </a:lnTo>
                  <a:lnTo>
                    <a:pt x="543" y="458"/>
                  </a:lnTo>
                  <a:lnTo>
                    <a:pt x="541" y="457"/>
                  </a:lnTo>
                  <a:lnTo>
                    <a:pt x="539" y="457"/>
                  </a:lnTo>
                  <a:lnTo>
                    <a:pt x="537" y="457"/>
                  </a:lnTo>
                  <a:lnTo>
                    <a:pt x="536" y="458"/>
                  </a:lnTo>
                  <a:lnTo>
                    <a:pt x="534" y="459"/>
                  </a:lnTo>
                  <a:lnTo>
                    <a:pt x="531" y="460"/>
                  </a:lnTo>
                  <a:lnTo>
                    <a:pt x="533" y="459"/>
                  </a:lnTo>
                  <a:lnTo>
                    <a:pt x="534" y="458"/>
                  </a:lnTo>
                  <a:lnTo>
                    <a:pt x="533" y="457"/>
                  </a:lnTo>
                  <a:lnTo>
                    <a:pt x="532" y="457"/>
                  </a:lnTo>
                  <a:lnTo>
                    <a:pt x="530" y="458"/>
                  </a:lnTo>
                  <a:lnTo>
                    <a:pt x="526" y="460"/>
                  </a:lnTo>
                  <a:lnTo>
                    <a:pt x="522" y="461"/>
                  </a:lnTo>
                  <a:lnTo>
                    <a:pt x="519" y="462"/>
                  </a:lnTo>
                  <a:lnTo>
                    <a:pt x="513" y="461"/>
                  </a:lnTo>
                  <a:lnTo>
                    <a:pt x="507" y="460"/>
                  </a:lnTo>
                  <a:lnTo>
                    <a:pt x="505" y="461"/>
                  </a:lnTo>
                  <a:lnTo>
                    <a:pt x="502" y="462"/>
                  </a:lnTo>
                  <a:lnTo>
                    <a:pt x="502" y="461"/>
                  </a:lnTo>
                  <a:lnTo>
                    <a:pt x="502" y="460"/>
                  </a:lnTo>
                  <a:lnTo>
                    <a:pt x="502" y="459"/>
                  </a:lnTo>
                  <a:lnTo>
                    <a:pt x="501" y="460"/>
                  </a:lnTo>
                  <a:lnTo>
                    <a:pt x="499" y="462"/>
                  </a:lnTo>
                  <a:lnTo>
                    <a:pt x="493" y="459"/>
                  </a:lnTo>
                  <a:lnTo>
                    <a:pt x="490" y="458"/>
                  </a:lnTo>
                  <a:lnTo>
                    <a:pt x="487" y="457"/>
                  </a:lnTo>
                  <a:lnTo>
                    <a:pt x="487" y="459"/>
                  </a:lnTo>
                  <a:lnTo>
                    <a:pt x="487" y="461"/>
                  </a:lnTo>
                  <a:lnTo>
                    <a:pt x="484" y="460"/>
                  </a:lnTo>
                  <a:lnTo>
                    <a:pt x="482" y="458"/>
                  </a:lnTo>
                  <a:lnTo>
                    <a:pt x="477" y="454"/>
                  </a:lnTo>
                  <a:lnTo>
                    <a:pt x="474" y="459"/>
                  </a:lnTo>
                  <a:lnTo>
                    <a:pt x="473" y="461"/>
                  </a:lnTo>
                  <a:lnTo>
                    <a:pt x="471" y="462"/>
                  </a:lnTo>
                  <a:lnTo>
                    <a:pt x="466" y="462"/>
                  </a:lnTo>
                  <a:lnTo>
                    <a:pt x="464" y="462"/>
                  </a:lnTo>
                  <a:lnTo>
                    <a:pt x="462" y="462"/>
                  </a:lnTo>
                  <a:lnTo>
                    <a:pt x="462" y="460"/>
                  </a:lnTo>
                  <a:lnTo>
                    <a:pt x="461" y="460"/>
                  </a:lnTo>
                  <a:lnTo>
                    <a:pt x="460" y="460"/>
                  </a:lnTo>
                  <a:lnTo>
                    <a:pt x="458" y="460"/>
                  </a:lnTo>
                  <a:lnTo>
                    <a:pt x="457" y="460"/>
                  </a:lnTo>
                  <a:lnTo>
                    <a:pt x="455" y="461"/>
                  </a:lnTo>
                  <a:lnTo>
                    <a:pt x="453" y="461"/>
                  </a:lnTo>
                  <a:lnTo>
                    <a:pt x="452" y="461"/>
                  </a:lnTo>
                  <a:lnTo>
                    <a:pt x="451" y="460"/>
                  </a:lnTo>
                  <a:lnTo>
                    <a:pt x="450" y="460"/>
                  </a:lnTo>
                  <a:lnTo>
                    <a:pt x="449" y="460"/>
                  </a:lnTo>
                  <a:lnTo>
                    <a:pt x="448" y="460"/>
                  </a:lnTo>
                  <a:lnTo>
                    <a:pt x="449" y="461"/>
                  </a:lnTo>
                  <a:lnTo>
                    <a:pt x="447" y="460"/>
                  </a:lnTo>
                  <a:lnTo>
                    <a:pt x="446" y="459"/>
                  </a:lnTo>
                  <a:lnTo>
                    <a:pt x="445" y="457"/>
                  </a:lnTo>
                  <a:lnTo>
                    <a:pt x="445" y="458"/>
                  </a:lnTo>
                  <a:lnTo>
                    <a:pt x="444" y="459"/>
                  </a:lnTo>
                  <a:lnTo>
                    <a:pt x="442" y="458"/>
                  </a:lnTo>
                  <a:lnTo>
                    <a:pt x="442" y="457"/>
                  </a:lnTo>
                  <a:lnTo>
                    <a:pt x="441" y="457"/>
                  </a:lnTo>
                  <a:lnTo>
                    <a:pt x="441" y="458"/>
                  </a:lnTo>
                  <a:lnTo>
                    <a:pt x="441" y="459"/>
                  </a:lnTo>
                  <a:lnTo>
                    <a:pt x="440" y="461"/>
                  </a:lnTo>
                  <a:lnTo>
                    <a:pt x="438" y="460"/>
                  </a:lnTo>
                  <a:lnTo>
                    <a:pt x="437" y="460"/>
                  </a:lnTo>
                  <a:lnTo>
                    <a:pt x="436" y="459"/>
                  </a:lnTo>
                  <a:lnTo>
                    <a:pt x="435" y="460"/>
                  </a:lnTo>
                  <a:lnTo>
                    <a:pt x="433" y="461"/>
                  </a:lnTo>
                  <a:lnTo>
                    <a:pt x="427" y="461"/>
                  </a:lnTo>
                  <a:lnTo>
                    <a:pt x="418" y="460"/>
                  </a:lnTo>
                  <a:lnTo>
                    <a:pt x="410" y="459"/>
                  </a:lnTo>
                  <a:lnTo>
                    <a:pt x="404" y="459"/>
                  </a:lnTo>
                  <a:lnTo>
                    <a:pt x="403" y="457"/>
                  </a:lnTo>
                  <a:lnTo>
                    <a:pt x="402" y="457"/>
                  </a:lnTo>
                  <a:lnTo>
                    <a:pt x="401" y="457"/>
                  </a:lnTo>
                  <a:lnTo>
                    <a:pt x="400" y="457"/>
                  </a:lnTo>
                  <a:lnTo>
                    <a:pt x="399" y="457"/>
                  </a:lnTo>
                  <a:lnTo>
                    <a:pt x="398" y="458"/>
                  </a:lnTo>
                  <a:lnTo>
                    <a:pt x="394" y="458"/>
                  </a:lnTo>
                  <a:lnTo>
                    <a:pt x="392" y="458"/>
                  </a:lnTo>
                  <a:lnTo>
                    <a:pt x="391" y="459"/>
                  </a:lnTo>
                  <a:lnTo>
                    <a:pt x="389" y="460"/>
                  </a:lnTo>
                  <a:lnTo>
                    <a:pt x="387" y="460"/>
                  </a:lnTo>
                  <a:lnTo>
                    <a:pt x="386" y="459"/>
                  </a:lnTo>
                  <a:lnTo>
                    <a:pt x="384" y="458"/>
                  </a:lnTo>
                  <a:lnTo>
                    <a:pt x="382" y="458"/>
                  </a:lnTo>
                  <a:lnTo>
                    <a:pt x="381" y="458"/>
                  </a:lnTo>
                  <a:lnTo>
                    <a:pt x="381" y="459"/>
                  </a:lnTo>
                  <a:lnTo>
                    <a:pt x="380" y="460"/>
                  </a:lnTo>
                  <a:lnTo>
                    <a:pt x="379" y="460"/>
                  </a:lnTo>
                  <a:lnTo>
                    <a:pt x="378" y="460"/>
                  </a:lnTo>
                  <a:lnTo>
                    <a:pt x="377" y="460"/>
                  </a:lnTo>
                  <a:lnTo>
                    <a:pt x="376" y="459"/>
                  </a:lnTo>
                  <a:lnTo>
                    <a:pt x="374" y="460"/>
                  </a:lnTo>
                  <a:lnTo>
                    <a:pt x="373" y="462"/>
                  </a:lnTo>
                  <a:lnTo>
                    <a:pt x="370" y="462"/>
                  </a:lnTo>
                  <a:lnTo>
                    <a:pt x="368" y="462"/>
                  </a:lnTo>
                  <a:lnTo>
                    <a:pt x="367" y="460"/>
                  </a:lnTo>
                  <a:lnTo>
                    <a:pt x="365" y="459"/>
                  </a:lnTo>
                  <a:lnTo>
                    <a:pt x="363" y="459"/>
                  </a:lnTo>
                  <a:lnTo>
                    <a:pt x="362" y="459"/>
                  </a:lnTo>
                  <a:lnTo>
                    <a:pt x="362" y="460"/>
                  </a:lnTo>
                  <a:lnTo>
                    <a:pt x="361" y="461"/>
                  </a:lnTo>
                  <a:lnTo>
                    <a:pt x="360" y="461"/>
                  </a:lnTo>
                  <a:lnTo>
                    <a:pt x="359" y="460"/>
                  </a:lnTo>
                  <a:lnTo>
                    <a:pt x="359" y="458"/>
                  </a:lnTo>
                  <a:lnTo>
                    <a:pt x="357" y="458"/>
                  </a:lnTo>
                  <a:lnTo>
                    <a:pt x="356" y="458"/>
                  </a:lnTo>
                  <a:lnTo>
                    <a:pt x="356" y="459"/>
                  </a:lnTo>
                  <a:lnTo>
                    <a:pt x="355" y="460"/>
                  </a:lnTo>
                  <a:lnTo>
                    <a:pt x="354" y="460"/>
                  </a:lnTo>
                  <a:lnTo>
                    <a:pt x="353" y="460"/>
                  </a:lnTo>
                  <a:lnTo>
                    <a:pt x="352" y="460"/>
                  </a:lnTo>
                  <a:lnTo>
                    <a:pt x="351" y="459"/>
                  </a:lnTo>
                  <a:lnTo>
                    <a:pt x="350" y="459"/>
                  </a:lnTo>
                  <a:lnTo>
                    <a:pt x="349" y="459"/>
                  </a:lnTo>
                  <a:lnTo>
                    <a:pt x="348" y="460"/>
                  </a:lnTo>
                  <a:lnTo>
                    <a:pt x="347" y="460"/>
                  </a:lnTo>
                  <a:lnTo>
                    <a:pt x="346" y="460"/>
                  </a:lnTo>
                  <a:lnTo>
                    <a:pt x="345" y="460"/>
                  </a:lnTo>
                  <a:lnTo>
                    <a:pt x="345" y="459"/>
                  </a:lnTo>
                  <a:lnTo>
                    <a:pt x="344" y="459"/>
                  </a:lnTo>
                  <a:lnTo>
                    <a:pt x="343" y="459"/>
                  </a:lnTo>
                  <a:lnTo>
                    <a:pt x="342" y="460"/>
                  </a:lnTo>
                  <a:lnTo>
                    <a:pt x="341" y="461"/>
                  </a:lnTo>
                  <a:lnTo>
                    <a:pt x="340" y="461"/>
                  </a:lnTo>
                  <a:lnTo>
                    <a:pt x="339" y="461"/>
                  </a:lnTo>
                  <a:lnTo>
                    <a:pt x="337" y="460"/>
                  </a:lnTo>
                  <a:lnTo>
                    <a:pt x="336" y="458"/>
                  </a:lnTo>
                  <a:lnTo>
                    <a:pt x="335" y="458"/>
                  </a:lnTo>
                  <a:lnTo>
                    <a:pt x="334" y="458"/>
                  </a:lnTo>
                  <a:lnTo>
                    <a:pt x="334" y="459"/>
                  </a:lnTo>
                  <a:lnTo>
                    <a:pt x="333" y="459"/>
                  </a:lnTo>
                  <a:lnTo>
                    <a:pt x="332" y="460"/>
                  </a:lnTo>
                  <a:lnTo>
                    <a:pt x="331" y="459"/>
                  </a:lnTo>
                  <a:lnTo>
                    <a:pt x="330" y="458"/>
                  </a:lnTo>
                  <a:lnTo>
                    <a:pt x="329" y="458"/>
                  </a:lnTo>
                  <a:lnTo>
                    <a:pt x="324" y="459"/>
                  </a:lnTo>
                  <a:lnTo>
                    <a:pt x="317" y="460"/>
                  </a:lnTo>
                  <a:lnTo>
                    <a:pt x="316" y="460"/>
                  </a:lnTo>
                  <a:lnTo>
                    <a:pt x="316" y="459"/>
                  </a:lnTo>
                  <a:lnTo>
                    <a:pt x="315" y="458"/>
                  </a:lnTo>
                  <a:lnTo>
                    <a:pt x="314" y="458"/>
                  </a:lnTo>
                  <a:lnTo>
                    <a:pt x="313" y="458"/>
                  </a:lnTo>
                  <a:lnTo>
                    <a:pt x="312" y="459"/>
                  </a:lnTo>
                  <a:lnTo>
                    <a:pt x="311" y="459"/>
                  </a:lnTo>
                  <a:lnTo>
                    <a:pt x="310" y="460"/>
                  </a:lnTo>
                  <a:lnTo>
                    <a:pt x="309" y="459"/>
                  </a:lnTo>
                  <a:lnTo>
                    <a:pt x="308" y="459"/>
                  </a:lnTo>
                  <a:lnTo>
                    <a:pt x="306" y="457"/>
                  </a:lnTo>
                  <a:lnTo>
                    <a:pt x="304" y="460"/>
                  </a:lnTo>
                  <a:lnTo>
                    <a:pt x="303" y="458"/>
                  </a:lnTo>
                  <a:lnTo>
                    <a:pt x="303" y="457"/>
                  </a:lnTo>
                  <a:lnTo>
                    <a:pt x="303" y="458"/>
                  </a:lnTo>
                  <a:lnTo>
                    <a:pt x="302" y="459"/>
                  </a:lnTo>
                  <a:lnTo>
                    <a:pt x="301" y="458"/>
                  </a:lnTo>
                  <a:lnTo>
                    <a:pt x="300" y="457"/>
                  </a:lnTo>
                  <a:lnTo>
                    <a:pt x="299" y="457"/>
                  </a:lnTo>
                  <a:lnTo>
                    <a:pt x="298" y="457"/>
                  </a:lnTo>
                  <a:lnTo>
                    <a:pt x="298" y="458"/>
                  </a:lnTo>
                  <a:lnTo>
                    <a:pt x="285" y="460"/>
                  </a:lnTo>
                  <a:lnTo>
                    <a:pt x="279" y="459"/>
                  </a:lnTo>
                  <a:lnTo>
                    <a:pt x="277" y="458"/>
                  </a:lnTo>
                  <a:lnTo>
                    <a:pt x="270" y="456"/>
                  </a:lnTo>
                  <a:lnTo>
                    <a:pt x="270" y="457"/>
                  </a:lnTo>
                  <a:lnTo>
                    <a:pt x="270" y="458"/>
                  </a:lnTo>
                  <a:lnTo>
                    <a:pt x="269" y="459"/>
                  </a:lnTo>
                  <a:lnTo>
                    <a:pt x="267" y="460"/>
                  </a:lnTo>
                  <a:lnTo>
                    <a:pt x="264" y="459"/>
                  </a:lnTo>
                  <a:lnTo>
                    <a:pt x="262" y="458"/>
                  </a:lnTo>
                  <a:lnTo>
                    <a:pt x="258" y="456"/>
                  </a:lnTo>
                  <a:lnTo>
                    <a:pt x="258" y="458"/>
                  </a:lnTo>
                  <a:lnTo>
                    <a:pt x="259" y="459"/>
                  </a:lnTo>
                  <a:lnTo>
                    <a:pt x="259" y="460"/>
                  </a:lnTo>
                  <a:lnTo>
                    <a:pt x="252" y="460"/>
                  </a:lnTo>
                  <a:lnTo>
                    <a:pt x="251" y="459"/>
                  </a:lnTo>
                  <a:lnTo>
                    <a:pt x="251" y="458"/>
                  </a:lnTo>
                  <a:lnTo>
                    <a:pt x="250" y="458"/>
                  </a:lnTo>
                  <a:lnTo>
                    <a:pt x="249" y="458"/>
                  </a:lnTo>
                  <a:lnTo>
                    <a:pt x="249" y="459"/>
                  </a:lnTo>
                  <a:lnTo>
                    <a:pt x="247" y="460"/>
                  </a:lnTo>
                  <a:lnTo>
                    <a:pt x="247" y="459"/>
                  </a:lnTo>
                  <a:lnTo>
                    <a:pt x="247" y="458"/>
                  </a:lnTo>
                  <a:lnTo>
                    <a:pt x="245" y="458"/>
                  </a:lnTo>
                  <a:lnTo>
                    <a:pt x="243" y="459"/>
                  </a:lnTo>
                  <a:lnTo>
                    <a:pt x="242" y="459"/>
                  </a:lnTo>
                  <a:lnTo>
                    <a:pt x="240" y="460"/>
                  </a:lnTo>
                  <a:lnTo>
                    <a:pt x="239" y="459"/>
                  </a:lnTo>
                  <a:lnTo>
                    <a:pt x="238" y="458"/>
                  </a:lnTo>
                  <a:lnTo>
                    <a:pt x="237" y="456"/>
                  </a:lnTo>
                  <a:lnTo>
                    <a:pt x="236" y="457"/>
                  </a:lnTo>
                  <a:lnTo>
                    <a:pt x="237" y="458"/>
                  </a:lnTo>
                  <a:lnTo>
                    <a:pt x="234" y="458"/>
                  </a:lnTo>
                  <a:lnTo>
                    <a:pt x="231" y="458"/>
                  </a:lnTo>
                  <a:lnTo>
                    <a:pt x="224" y="457"/>
                  </a:lnTo>
                  <a:lnTo>
                    <a:pt x="214" y="455"/>
                  </a:lnTo>
                  <a:lnTo>
                    <a:pt x="211" y="455"/>
                  </a:lnTo>
                  <a:lnTo>
                    <a:pt x="209" y="456"/>
                  </a:lnTo>
                  <a:lnTo>
                    <a:pt x="207" y="457"/>
                  </a:lnTo>
                  <a:lnTo>
                    <a:pt x="206" y="456"/>
                  </a:lnTo>
                  <a:lnTo>
                    <a:pt x="204" y="456"/>
                  </a:lnTo>
                  <a:lnTo>
                    <a:pt x="190" y="457"/>
                  </a:lnTo>
                  <a:lnTo>
                    <a:pt x="190" y="456"/>
                  </a:lnTo>
                  <a:lnTo>
                    <a:pt x="191" y="454"/>
                  </a:lnTo>
                  <a:lnTo>
                    <a:pt x="189" y="454"/>
                  </a:lnTo>
                  <a:lnTo>
                    <a:pt x="187" y="454"/>
                  </a:lnTo>
                  <a:lnTo>
                    <a:pt x="183" y="454"/>
                  </a:lnTo>
                  <a:lnTo>
                    <a:pt x="182" y="454"/>
                  </a:lnTo>
                  <a:lnTo>
                    <a:pt x="181" y="453"/>
                  </a:lnTo>
                  <a:lnTo>
                    <a:pt x="179" y="452"/>
                  </a:lnTo>
                  <a:lnTo>
                    <a:pt x="178" y="453"/>
                  </a:lnTo>
                  <a:lnTo>
                    <a:pt x="176" y="454"/>
                  </a:lnTo>
                  <a:lnTo>
                    <a:pt x="174" y="455"/>
                  </a:lnTo>
                  <a:lnTo>
                    <a:pt x="172" y="456"/>
                  </a:lnTo>
                  <a:lnTo>
                    <a:pt x="169" y="455"/>
                  </a:lnTo>
                  <a:lnTo>
                    <a:pt x="167" y="454"/>
                  </a:lnTo>
                  <a:lnTo>
                    <a:pt x="165" y="455"/>
                  </a:lnTo>
                  <a:lnTo>
                    <a:pt x="162" y="455"/>
                  </a:lnTo>
                  <a:lnTo>
                    <a:pt x="161" y="455"/>
                  </a:lnTo>
                  <a:lnTo>
                    <a:pt x="160" y="454"/>
                  </a:lnTo>
                  <a:lnTo>
                    <a:pt x="158" y="453"/>
                  </a:lnTo>
                  <a:lnTo>
                    <a:pt x="157" y="454"/>
                  </a:lnTo>
                  <a:lnTo>
                    <a:pt x="156" y="455"/>
                  </a:lnTo>
                  <a:lnTo>
                    <a:pt x="155" y="455"/>
                  </a:lnTo>
                  <a:lnTo>
                    <a:pt x="152" y="454"/>
                  </a:lnTo>
                  <a:lnTo>
                    <a:pt x="149" y="454"/>
                  </a:lnTo>
                  <a:lnTo>
                    <a:pt x="137" y="454"/>
                  </a:lnTo>
                  <a:lnTo>
                    <a:pt x="123" y="454"/>
                  </a:lnTo>
                  <a:lnTo>
                    <a:pt x="122" y="454"/>
                  </a:lnTo>
                  <a:lnTo>
                    <a:pt x="121" y="453"/>
                  </a:lnTo>
                  <a:lnTo>
                    <a:pt x="119" y="453"/>
                  </a:lnTo>
                  <a:lnTo>
                    <a:pt x="118" y="452"/>
                  </a:lnTo>
                  <a:lnTo>
                    <a:pt x="112" y="454"/>
                  </a:lnTo>
                  <a:lnTo>
                    <a:pt x="107" y="455"/>
                  </a:lnTo>
                  <a:lnTo>
                    <a:pt x="106" y="455"/>
                  </a:lnTo>
                  <a:lnTo>
                    <a:pt x="105" y="454"/>
                  </a:lnTo>
                  <a:lnTo>
                    <a:pt x="104" y="453"/>
                  </a:lnTo>
                  <a:lnTo>
                    <a:pt x="99" y="454"/>
                  </a:lnTo>
                  <a:lnTo>
                    <a:pt x="95" y="455"/>
                  </a:lnTo>
                  <a:lnTo>
                    <a:pt x="92" y="455"/>
                  </a:lnTo>
                  <a:lnTo>
                    <a:pt x="88" y="453"/>
                  </a:lnTo>
                  <a:lnTo>
                    <a:pt x="78" y="450"/>
                  </a:lnTo>
                  <a:lnTo>
                    <a:pt x="81" y="445"/>
                  </a:lnTo>
                  <a:lnTo>
                    <a:pt x="84" y="443"/>
                  </a:lnTo>
                  <a:lnTo>
                    <a:pt x="83" y="442"/>
                  </a:lnTo>
                  <a:lnTo>
                    <a:pt x="82" y="441"/>
                  </a:lnTo>
                  <a:lnTo>
                    <a:pt x="82" y="440"/>
                  </a:lnTo>
                  <a:lnTo>
                    <a:pt x="83" y="438"/>
                  </a:lnTo>
                  <a:lnTo>
                    <a:pt x="84" y="436"/>
                  </a:lnTo>
                  <a:lnTo>
                    <a:pt x="86" y="435"/>
                  </a:lnTo>
                  <a:lnTo>
                    <a:pt x="88" y="434"/>
                  </a:lnTo>
                  <a:lnTo>
                    <a:pt x="87" y="433"/>
                  </a:lnTo>
                  <a:lnTo>
                    <a:pt x="86" y="432"/>
                  </a:lnTo>
                  <a:lnTo>
                    <a:pt x="91" y="430"/>
                  </a:lnTo>
                  <a:lnTo>
                    <a:pt x="93" y="428"/>
                  </a:lnTo>
                  <a:lnTo>
                    <a:pt x="95" y="425"/>
                  </a:lnTo>
                  <a:lnTo>
                    <a:pt x="96" y="427"/>
                  </a:lnTo>
                  <a:lnTo>
                    <a:pt x="98" y="425"/>
                  </a:lnTo>
                  <a:lnTo>
                    <a:pt x="99" y="424"/>
                  </a:lnTo>
                  <a:lnTo>
                    <a:pt x="99" y="422"/>
                  </a:lnTo>
                  <a:lnTo>
                    <a:pt x="98" y="418"/>
                  </a:lnTo>
                  <a:lnTo>
                    <a:pt x="98" y="415"/>
                  </a:lnTo>
                  <a:lnTo>
                    <a:pt x="97" y="413"/>
                  </a:lnTo>
                  <a:lnTo>
                    <a:pt x="97" y="409"/>
                  </a:lnTo>
                  <a:lnTo>
                    <a:pt x="94" y="401"/>
                  </a:lnTo>
                  <a:lnTo>
                    <a:pt x="92" y="393"/>
                  </a:lnTo>
                  <a:lnTo>
                    <a:pt x="91" y="388"/>
                  </a:lnTo>
                  <a:lnTo>
                    <a:pt x="91" y="384"/>
                  </a:lnTo>
                  <a:lnTo>
                    <a:pt x="91" y="383"/>
                  </a:lnTo>
                  <a:lnTo>
                    <a:pt x="92" y="383"/>
                  </a:lnTo>
                  <a:lnTo>
                    <a:pt x="92" y="382"/>
                  </a:lnTo>
                  <a:lnTo>
                    <a:pt x="93" y="381"/>
                  </a:lnTo>
                  <a:lnTo>
                    <a:pt x="92" y="380"/>
                  </a:lnTo>
                  <a:lnTo>
                    <a:pt x="91" y="379"/>
                  </a:lnTo>
                  <a:lnTo>
                    <a:pt x="90" y="379"/>
                  </a:lnTo>
                  <a:lnTo>
                    <a:pt x="90" y="377"/>
                  </a:lnTo>
                  <a:lnTo>
                    <a:pt x="90" y="376"/>
                  </a:lnTo>
                  <a:lnTo>
                    <a:pt x="91" y="376"/>
                  </a:lnTo>
                  <a:lnTo>
                    <a:pt x="92" y="375"/>
                  </a:lnTo>
                  <a:lnTo>
                    <a:pt x="93" y="374"/>
                  </a:lnTo>
                  <a:lnTo>
                    <a:pt x="92" y="373"/>
                  </a:lnTo>
                  <a:lnTo>
                    <a:pt x="91" y="372"/>
                  </a:lnTo>
                  <a:lnTo>
                    <a:pt x="90" y="370"/>
                  </a:lnTo>
                  <a:lnTo>
                    <a:pt x="91" y="367"/>
                  </a:lnTo>
                  <a:lnTo>
                    <a:pt x="92" y="345"/>
                  </a:lnTo>
                  <a:lnTo>
                    <a:pt x="91" y="343"/>
                  </a:lnTo>
                  <a:lnTo>
                    <a:pt x="91" y="341"/>
                  </a:lnTo>
                  <a:lnTo>
                    <a:pt x="90" y="336"/>
                  </a:lnTo>
                  <a:lnTo>
                    <a:pt x="90" y="334"/>
                  </a:lnTo>
                  <a:lnTo>
                    <a:pt x="91" y="330"/>
                  </a:lnTo>
                  <a:lnTo>
                    <a:pt x="92" y="327"/>
                  </a:lnTo>
                  <a:lnTo>
                    <a:pt x="93" y="325"/>
                  </a:lnTo>
                  <a:lnTo>
                    <a:pt x="92" y="323"/>
                  </a:lnTo>
                  <a:lnTo>
                    <a:pt x="92" y="322"/>
                  </a:lnTo>
                  <a:lnTo>
                    <a:pt x="91" y="320"/>
                  </a:lnTo>
                  <a:lnTo>
                    <a:pt x="91" y="319"/>
                  </a:lnTo>
                  <a:lnTo>
                    <a:pt x="89" y="44"/>
                  </a:lnTo>
                  <a:lnTo>
                    <a:pt x="88" y="40"/>
                  </a:lnTo>
                  <a:lnTo>
                    <a:pt x="88" y="36"/>
                  </a:lnTo>
                  <a:lnTo>
                    <a:pt x="88" y="28"/>
                  </a:lnTo>
                  <a:lnTo>
                    <a:pt x="86" y="27"/>
                  </a:lnTo>
                  <a:lnTo>
                    <a:pt x="85" y="26"/>
                  </a:lnTo>
                  <a:lnTo>
                    <a:pt x="81" y="25"/>
                  </a:lnTo>
                  <a:lnTo>
                    <a:pt x="79" y="24"/>
                  </a:lnTo>
                  <a:lnTo>
                    <a:pt x="77" y="23"/>
                  </a:lnTo>
                  <a:lnTo>
                    <a:pt x="76" y="21"/>
                  </a:lnTo>
                  <a:lnTo>
                    <a:pt x="76" y="18"/>
                  </a:lnTo>
                  <a:lnTo>
                    <a:pt x="88" y="18"/>
                  </a:lnTo>
                  <a:lnTo>
                    <a:pt x="88" y="9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99CC00"/>
            </a:solidFill>
            <a:ln cap="flat" cmpd="sng" w="9525">
              <a:solidFill>
                <a:srgbClr val="99C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 txBox="1"/>
            <p:nvPr/>
          </p:nvSpPr>
          <p:spPr>
            <a:xfrm>
              <a:off x="1066361" y="5143917"/>
              <a:ext cx="5203500" cy="10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s-ES" sz="2800" u="none" cap="none" strike="noStrike">
                  <a:solidFill>
                    <a:schemeClr val="dk1"/>
                  </a:solidFill>
                  <a:latin typeface="Courgette"/>
                  <a:ea typeface="Courgette"/>
                  <a:cs typeface="Courgette"/>
                  <a:sym typeface="Courgette"/>
                </a:rPr>
                <a:t>Será Obligatorio para aprobar la</a:t>
              </a:r>
              <a:r>
                <a:rPr lang="es-ES" sz="2800">
                  <a:solidFill>
                    <a:schemeClr val="dk1"/>
                  </a:solidFill>
                  <a:latin typeface="Courgette"/>
                  <a:ea typeface="Courgette"/>
                  <a:cs typeface="Courgette"/>
                  <a:sym typeface="Courgette"/>
                </a:rPr>
                <a:t> </a:t>
              </a:r>
              <a:r>
                <a:rPr b="0" i="0" lang="es-ES" sz="2800" u="none" cap="none" strike="noStrike">
                  <a:solidFill>
                    <a:schemeClr val="dk1"/>
                  </a:solidFill>
                  <a:latin typeface="Courgette"/>
                  <a:ea typeface="Courgette"/>
                  <a:cs typeface="Courgette"/>
                  <a:sym typeface="Courgette"/>
                </a:rPr>
                <a:t>Asignatura</a:t>
              </a:r>
              <a:endParaRPr b="0" i="0" sz="2800" u="none" cap="none" strike="noStrike">
                <a:solidFill>
                  <a:schemeClr val="dk1"/>
                </a:solidFill>
                <a:latin typeface="Courgette"/>
                <a:ea typeface="Courgette"/>
                <a:cs typeface="Courgette"/>
                <a:sym typeface="Courgette"/>
              </a:endParaRPr>
            </a:p>
          </p:txBody>
        </p:sp>
      </p:grp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325" y="920250"/>
            <a:ext cx="3000375" cy="12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199275" y="2133600"/>
            <a:ext cx="3052500" cy="399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Se formarán Equipos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Uno de los integrantes ha de ser el LEADER </a:t>
            </a:r>
            <a:endParaRPr b="0" i="0" sz="16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○"/>
            </a:pPr>
            <a:r>
              <a:rPr lang="es-ES" sz="1600">
                <a:solidFill>
                  <a:srgbClr val="404040"/>
                </a:solidFill>
              </a:rPr>
              <a:t>S</a:t>
            </a:r>
            <a:r>
              <a:rPr b="0" i="0" lang="es-E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s-ES" sz="1600">
                <a:solidFill>
                  <a:srgbClr val="404040"/>
                </a:solidFill>
              </a:rPr>
              <a:t>rá el único que puede ponerse en contacto por email.</a:t>
            </a:r>
            <a:endParaRPr/>
          </a:p>
          <a:p>
            <a:pPr indent="-330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○"/>
            </a:pPr>
            <a:r>
              <a:rPr b="0" i="0" lang="es-ES" sz="16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Entregará el trabajo</a:t>
            </a:r>
            <a:endParaRPr b="0" i="0" sz="16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</a:pPr>
            <a:r>
              <a:rPr lang="es-ES" sz="1600">
                <a:solidFill>
                  <a:srgbClr val="404040"/>
                </a:solidFill>
              </a:rPr>
              <a:t>La </a:t>
            </a:r>
            <a:r>
              <a:rPr lang="es-ES" sz="1600">
                <a:solidFill>
                  <a:srgbClr val="404040"/>
                </a:solidFill>
              </a:rPr>
              <a:t>exposición</a:t>
            </a:r>
            <a:r>
              <a:rPr lang="es-ES" sz="1600">
                <a:solidFill>
                  <a:srgbClr val="404040"/>
                </a:solidFill>
              </a:rPr>
              <a:t> tendrá una duración de 10-12 minutos. Muy importante que lo tengáis medido!</a:t>
            </a:r>
            <a:endParaRPr sz="1600">
              <a:solidFill>
                <a:srgbClr val="40404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25" y="1607575"/>
            <a:ext cx="4736950" cy="364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251520" y="27732"/>
            <a:ext cx="69847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Fecha de Entrega</a:t>
            </a:r>
            <a:endParaRPr b="1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5292775" y="1724100"/>
            <a:ext cx="3712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lang="es-ES" sz="2000">
                <a:solidFill>
                  <a:srgbClr val="404040"/>
                </a:solidFill>
              </a:rPr>
              <a:t>Entrega </a:t>
            </a:r>
            <a:r>
              <a:rPr b="1" lang="es-ES" sz="2000">
                <a:solidFill>
                  <a:srgbClr val="404040"/>
                </a:solidFill>
              </a:rPr>
              <a:t>VIERNES 27/02/26</a:t>
            </a:r>
            <a:r>
              <a:rPr b="1" i="0" lang="es-ES" sz="2000" u="none" cap="none" strike="noStrike">
                <a:solidFill>
                  <a:srgbClr val="404040"/>
                </a:solidFill>
              </a:rPr>
              <a:t> 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❑"/>
            </a:pPr>
            <a:r>
              <a:rPr lang="es-ES" sz="2000">
                <a:solidFill>
                  <a:srgbClr val="404040"/>
                </a:solidFill>
              </a:rPr>
              <a:t>El 20/02/26 se hará un sorteo para discernir el orden de exposición de los grupos</a:t>
            </a:r>
            <a:endParaRPr sz="2000">
              <a:solidFill>
                <a:srgbClr val="404040"/>
              </a:solidFill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○"/>
            </a:pPr>
            <a:r>
              <a:rPr lang="es-ES" sz="2000">
                <a:solidFill>
                  <a:srgbClr val="404040"/>
                </a:solidFill>
              </a:rPr>
              <a:t>3 grupos cada 30 minutos</a:t>
            </a:r>
            <a:endParaRPr sz="2000">
              <a:solidFill>
                <a:srgbClr val="404040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404040"/>
                </a:solidFill>
              </a:rPr>
              <a:t>Grupo A: De 15:30 a 17:30</a:t>
            </a:r>
            <a:endParaRPr sz="2000">
              <a:solidFill>
                <a:srgbClr val="40404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404040"/>
                </a:solidFill>
              </a:rPr>
              <a:t>Grupo B: De 17:30 a 19:30</a:t>
            </a:r>
            <a:endParaRPr b="0" i="0" sz="20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213100" y="4665725"/>
            <a:ext cx="455100" cy="584700"/>
          </a:xfrm>
          <a:prstGeom prst="ellipse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/>
        </p:nvSpPr>
        <p:spPr>
          <a:xfrm>
            <a:off x="251520" y="27732"/>
            <a:ext cx="69847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Contenidos y Entregas</a:t>
            </a:r>
            <a:endParaRPr b="1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1979700" y="1362300"/>
            <a:ext cx="66966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>
                <a:solidFill>
                  <a:srgbClr val="404040"/>
                </a:solidFill>
              </a:rPr>
              <a:t>Será la base para la exposición y</a:t>
            </a: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conten</a:t>
            </a:r>
            <a:r>
              <a:rPr lang="es-ES" sz="2000">
                <a:solidFill>
                  <a:srgbClr val="404040"/>
                </a:solidFill>
              </a:rPr>
              <a:t>drá:</a:t>
            </a:r>
            <a:endParaRPr sz="2000">
              <a:solidFill>
                <a:srgbClr val="40404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404040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Integrantes del Equipo.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Indicar quién es el L</a:t>
            </a:r>
            <a:r>
              <a:rPr lang="es-ES" sz="2000">
                <a:solidFill>
                  <a:srgbClr val="404040"/>
                </a:solidFill>
              </a:rPr>
              <a:t>íder.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Nombre de Proyecto o Empresa.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Descripción corta.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Qué ha hecho cada integrante del equipo. </a:t>
            </a:r>
            <a:endParaRPr sz="2000">
              <a:solidFill>
                <a:srgbClr val="404040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Una descripción más extensa de lo que se representa en cada pantalla (pantallazo incluído d</a:t>
            </a:r>
            <a:r>
              <a:rPr lang="es-ES" sz="2000">
                <a:solidFill>
                  <a:srgbClr val="404040"/>
                </a:solidFill>
              </a:rPr>
              <a:t>e Power BI</a:t>
            </a: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rgbClr val="404040"/>
                </a:solidFill>
              </a:rPr>
              <a:t>Análisis de los datos y c</a:t>
            </a:r>
            <a:r>
              <a:rPr b="0" i="0" lang="es-ES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onclusiones.</a:t>
            </a:r>
            <a:endParaRPr b="0" i="0" sz="20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0" y="1124744"/>
            <a:ext cx="816645" cy="653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/>
        </p:nvSpPr>
        <p:spPr>
          <a:xfrm>
            <a:off x="251520" y="27732"/>
            <a:ext cx="69847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Contenidos y Entregas</a:t>
            </a:r>
            <a:endParaRPr b="1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912500" y="2390250"/>
            <a:ext cx="77769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Ha de cumplir con los siguientes requisitos: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Nombre CM_</a:t>
            </a:r>
            <a:r>
              <a:rPr lang="es-ES" sz="1800">
                <a:solidFill>
                  <a:srgbClr val="404040"/>
                </a:solidFill>
              </a:rPr>
              <a:t>NombreEmpresa.pbix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rgbClr val="404040"/>
                </a:solidFill>
              </a:rPr>
              <a:t>Tendrá que hacerse todo el proceso ETL que </a:t>
            </a:r>
            <a:r>
              <a:rPr lang="es-ES" sz="1800">
                <a:solidFill>
                  <a:srgbClr val="404040"/>
                </a:solidFill>
              </a:rPr>
              <a:t>culminará</a:t>
            </a:r>
            <a:r>
              <a:rPr lang="es-ES" sz="1800">
                <a:solidFill>
                  <a:srgbClr val="404040"/>
                </a:solidFill>
              </a:rPr>
              <a:t> en un modelo en estrella con al menos 5 dimensiones y una tabla de hechos.</a:t>
            </a:r>
            <a:endParaRPr sz="1800">
              <a:solidFill>
                <a:srgbClr val="404040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rgbClr val="404040"/>
                </a:solidFill>
              </a:rPr>
              <a:t>Las tablas tendrán que estar parametrizadas. (Lo veremos hoy)</a:t>
            </a:r>
            <a:endParaRPr sz="1800">
              <a:solidFill>
                <a:srgbClr val="404040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rgbClr val="404040"/>
                </a:solidFill>
              </a:rPr>
              <a:t>Debe tener mínimo 4 pestañas (pueden ser más y se puntuará mejor)</a:t>
            </a:r>
            <a:endParaRPr sz="1800">
              <a:solidFill>
                <a:srgbClr val="404040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○"/>
            </a:pPr>
            <a:r>
              <a:rPr lang="es-ES" sz="1800">
                <a:solidFill>
                  <a:srgbClr val="404040"/>
                </a:solidFill>
              </a:rPr>
              <a:t>Un de ellas ha de ser un Menú que apunte al resto de las páginas (Lo veremos hoy)</a:t>
            </a:r>
            <a:endParaRPr b="0" i="0" sz="18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050" y="981075"/>
            <a:ext cx="4370400" cy="10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b2d234c8ed9075_0"/>
          <p:cNvSpPr txBox="1"/>
          <p:nvPr/>
        </p:nvSpPr>
        <p:spPr>
          <a:xfrm>
            <a:off x="251520" y="27732"/>
            <a:ext cx="6984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Contenidos y Entregas</a:t>
            </a:r>
            <a:endParaRPr b="1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24b2d234c8ed9075_0"/>
          <p:cNvSpPr txBox="1"/>
          <p:nvPr/>
        </p:nvSpPr>
        <p:spPr>
          <a:xfrm>
            <a:off x="912500" y="2390250"/>
            <a:ext cx="7776900" cy="3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Ha de cumplir como mínimo con los siguientes requisitos: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rgbClr val="404040"/>
                </a:solidFill>
              </a:rPr>
              <a:t>Una tabla </a:t>
            </a:r>
            <a:r>
              <a:rPr b="1" lang="es-ES" sz="1800">
                <a:solidFill>
                  <a:srgbClr val="404040"/>
                </a:solidFill>
              </a:rPr>
              <a:t>Calendario</a:t>
            </a:r>
            <a:r>
              <a:rPr lang="es-ES" sz="1800">
                <a:solidFill>
                  <a:srgbClr val="404040"/>
                </a:solidFill>
              </a:rPr>
              <a:t>.</a:t>
            </a:r>
            <a:endParaRPr sz="1800">
              <a:solidFill>
                <a:srgbClr val="404040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rgbClr val="404040"/>
                </a:solidFill>
              </a:rPr>
              <a:t>4 páginas</a:t>
            </a:r>
            <a:endParaRPr sz="1800">
              <a:solidFill>
                <a:srgbClr val="404040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rgbClr val="404040"/>
                </a:solidFill>
              </a:rPr>
              <a:t>5 filtros</a:t>
            </a:r>
            <a:endParaRPr sz="1800">
              <a:solidFill>
                <a:srgbClr val="404040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rgbClr val="404040"/>
                </a:solidFill>
              </a:rPr>
              <a:t>4 gráficos y 2 kpis por página</a:t>
            </a:r>
            <a:endParaRPr sz="1800">
              <a:solidFill>
                <a:srgbClr val="404040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rgbClr val="404040"/>
                </a:solidFill>
              </a:rPr>
              <a:t>Tabla de medidas usando al menos estas:</a:t>
            </a:r>
            <a:endParaRPr sz="1800">
              <a:solidFill>
                <a:srgbClr val="404040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○"/>
            </a:pPr>
            <a:r>
              <a:rPr lang="es-ES" sz="1800">
                <a:solidFill>
                  <a:srgbClr val="404040"/>
                </a:solidFill>
              </a:rPr>
              <a:t>SUM</a:t>
            </a:r>
            <a:endParaRPr sz="1800">
              <a:solidFill>
                <a:srgbClr val="404040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○"/>
            </a:pPr>
            <a:r>
              <a:rPr lang="es-ES" sz="1800">
                <a:solidFill>
                  <a:srgbClr val="404040"/>
                </a:solidFill>
              </a:rPr>
              <a:t>SUMX</a:t>
            </a:r>
            <a:endParaRPr sz="1800">
              <a:solidFill>
                <a:srgbClr val="404040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○"/>
            </a:pPr>
            <a:r>
              <a:rPr lang="es-ES" sz="1800">
                <a:solidFill>
                  <a:srgbClr val="404040"/>
                </a:solidFill>
              </a:rPr>
              <a:t>CALCULATE</a:t>
            </a:r>
            <a:endParaRPr sz="1800">
              <a:solidFill>
                <a:srgbClr val="404040"/>
              </a:solidFill>
            </a:endParaRPr>
          </a:p>
        </p:txBody>
      </p:sp>
      <p:pic>
        <p:nvPicPr>
          <p:cNvPr id="128" name="Google Shape;128;g24b2d234c8ed9075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050" y="981075"/>
            <a:ext cx="4370400" cy="10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251520" y="27732"/>
            <a:ext cx="69847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1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2411760" y="1052736"/>
            <a:ext cx="77768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Si no encontráis Datos ni ejemplos, aquí tenéis una ayudita: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2987824" y="1745233"/>
            <a:ext cx="48372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</a:t>
            </a: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576" y="811858"/>
            <a:ext cx="13335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2010-04-14T14:08:06Z</dcterms:created>
  <dc:creator>IBERMATICA</dc:creator>
</cp:coreProperties>
</file>